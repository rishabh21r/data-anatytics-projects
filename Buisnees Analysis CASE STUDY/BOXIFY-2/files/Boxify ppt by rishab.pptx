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36" autoAdjust="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Bansal" userId="220a92e5ce521e48" providerId="LiveId" clId="{DAFB2A7F-2030-4659-B87D-1C1B1668B24C}"/>
    <pc:docChg chg="undo custSel addSld delSld modSld sldOrd">
      <pc:chgData name="Rishabh Bansal" userId="220a92e5ce521e48" providerId="LiveId" clId="{DAFB2A7F-2030-4659-B87D-1C1B1668B24C}" dt="2026-06-12T21:58:27.835" v="1845" actId="20577"/>
      <pc:docMkLst>
        <pc:docMk/>
      </pc:docMkLst>
      <pc:sldChg chg="modSp new mod">
        <pc:chgData name="Rishabh Bansal" userId="220a92e5ce521e48" providerId="LiveId" clId="{DAFB2A7F-2030-4659-B87D-1C1B1668B24C}" dt="2026-06-12T21:18:26.338" v="1307" actId="20577"/>
        <pc:sldMkLst>
          <pc:docMk/>
          <pc:sldMk cId="3722632192" sldId="256"/>
        </pc:sldMkLst>
        <pc:spChg chg="mod">
          <ac:chgData name="Rishabh Bansal" userId="220a92e5ce521e48" providerId="LiveId" clId="{DAFB2A7F-2030-4659-B87D-1C1B1668B24C}" dt="2026-06-12T21:18:26.338" v="1307" actId="20577"/>
          <ac:spMkLst>
            <pc:docMk/>
            <pc:sldMk cId="3722632192" sldId="256"/>
            <ac:spMk id="2" creationId="{53BD4DE3-0B91-29F8-BC59-05A8BDE52D8B}"/>
          </ac:spMkLst>
        </pc:spChg>
        <pc:spChg chg="mod">
          <ac:chgData name="Rishabh Bansal" userId="220a92e5ce521e48" providerId="LiveId" clId="{DAFB2A7F-2030-4659-B87D-1C1B1668B24C}" dt="2026-06-12T20:32:51.888" v="129" actId="20577"/>
          <ac:spMkLst>
            <pc:docMk/>
            <pc:sldMk cId="3722632192" sldId="256"/>
            <ac:spMk id="3" creationId="{956C7056-CE7A-FDDC-9626-ABC9E3EACADD}"/>
          </ac:spMkLst>
        </pc:spChg>
      </pc:sldChg>
      <pc:sldChg chg="addSp modSp new mod">
        <pc:chgData name="Rishabh Bansal" userId="220a92e5ce521e48" providerId="LiveId" clId="{DAFB2A7F-2030-4659-B87D-1C1B1668B24C}" dt="2026-06-12T21:21:20.966" v="1356" actId="20577"/>
        <pc:sldMkLst>
          <pc:docMk/>
          <pc:sldMk cId="1666840683" sldId="257"/>
        </pc:sldMkLst>
        <pc:spChg chg="mod">
          <ac:chgData name="Rishabh Bansal" userId="220a92e5ce521e48" providerId="LiveId" clId="{DAFB2A7F-2030-4659-B87D-1C1B1668B24C}" dt="2026-06-12T20:33:13.212" v="131" actId="27636"/>
          <ac:spMkLst>
            <pc:docMk/>
            <pc:sldMk cId="1666840683" sldId="257"/>
            <ac:spMk id="2" creationId="{366A3825-44B3-E253-16E9-1976AC8A7855}"/>
          </ac:spMkLst>
        </pc:spChg>
        <pc:spChg chg="mod">
          <ac:chgData name="Rishabh Bansal" userId="220a92e5ce521e48" providerId="LiveId" clId="{DAFB2A7F-2030-4659-B87D-1C1B1668B24C}" dt="2026-06-12T21:21:20.966" v="1356" actId="20577"/>
          <ac:spMkLst>
            <pc:docMk/>
            <pc:sldMk cId="1666840683" sldId="257"/>
            <ac:spMk id="3" creationId="{D7C15058-FE69-653C-A0FA-1F6B3C93B282}"/>
          </ac:spMkLst>
        </pc:spChg>
        <pc:spChg chg="add mod">
          <ac:chgData name="Rishabh Bansal" userId="220a92e5ce521e48" providerId="LiveId" clId="{DAFB2A7F-2030-4659-B87D-1C1B1668B24C}" dt="2026-06-12T21:20:47.354" v="1351" actId="404"/>
          <ac:spMkLst>
            <pc:docMk/>
            <pc:sldMk cId="1666840683" sldId="257"/>
            <ac:spMk id="4" creationId="{A1D902C5-A052-0EE9-BC9F-FC355518BBF2}"/>
          </ac:spMkLst>
        </pc:spChg>
      </pc:sldChg>
      <pc:sldChg chg="modSp new mod">
        <pc:chgData name="Rishabh Bansal" userId="220a92e5ce521e48" providerId="LiveId" clId="{DAFB2A7F-2030-4659-B87D-1C1B1668B24C}" dt="2026-06-12T21:22:14.547" v="1358" actId="207"/>
        <pc:sldMkLst>
          <pc:docMk/>
          <pc:sldMk cId="1225005085" sldId="258"/>
        </pc:sldMkLst>
        <pc:spChg chg="mod">
          <ac:chgData name="Rishabh Bansal" userId="220a92e5ce521e48" providerId="LiveId" clId="{DAFB2A7F-2030-4659-B87D-1C1B1668B24C}" dt="2026-06-12T20:36:39.782" v="212" actId="20577"/>
          <ac:spMkLst>
            <pc:docMk/>
            <pc:sldMk cId="1225005085" sldId="258"/>
            <ac:spMk id="2" creationId="{F8E2D08A-8D26-4D9E-916A-913AB32382AC}"/>
          </ac:spMkLst>
        </pc:spChg>
        <pc:spChg chg="mod">
          <ac:chgData name="Rishabh Bansal" userId="220a92e5ce521e48" providerId="LiveId" clId="{DAFB2A7F-2030-4659-B87D-1C1B1668B24C}" dt="2026-06-12T21:22:14.547" v="1358" actId="207"/>
          <ac:spMkLst>
            <pc:docMk/>
            <pc:sldMk cId="1225005085" sldId="258"/>
            <ac:spMk id="3" creationId="{87F4E226-16B4-7986-EE40-AF2F7BAF5A1B}"/>
          </ac:spMkLst>
        </pc:spChg>
      </pc:sldChg>
      <pc:sldChg chg="addSp delSp modSp new mod">
        <pc:chgData name="Rishabh Bansal" userId="220a92e5ce521e48" providerId="LiveId" clId="{DAFB2A7F-2030-4659-B87D-1C1B1668B24C}" dt="2026-06-12T21:22:40.617" v="1365" actId="14100"/>
        <pc:sldMkLst>
          <pc:docMk/>
          <pc:sldMk cId="823882617" sldId="259"/>
        </pc:sldMkLst>
        <pc:spChg chg="mod">
          <ac:chgData name="Rishabh Bansal" userId="220a92e5ce521e48" providerId="LiveId" clId="{DAFB2A7F-2030-4659-B87D-1C1B1668B24C}" dt="2026-06-12T20:39:15.691" v="294" actId="120"/>
          <ac:spMkLst>
            <pc:docMk/>
            <pc:sldMk cId="823882617" sldId="259"/>
            <ac:spMk id="2" creationId="{9EE6095C-7F6B-EA31-C9CE-D50B2588D0DC}"/>
          </ac:spMkLst>
        </pc:spChg>
        <pc:spChg chg="del">
          <ac:chgData name="Rishabh Bansal" userId="220a92e5ce521e48" providerId="LiveId" clId="{DAFB2A7F-2030-4659-B87D-1C1B1668B24C}" dt="2026-06-12T20:38:17.635" v="246" actId="22"/>
          <ac:spMkLst>
            <pc:docMk/>
            <pc:sldMk cId="823882617" sldId="259"/>
            <ac:spMk id="3" creationId="{988EE160-963D-8833-8B70-53B3B4A8DEAA}"/>
          </ac:spMkLst>
        </pc:spChg>
        <pc:spChg chg="add del mod">
          <ac:chgData name="Rishabh Bansal" userId="220a92e5ce521e48" providerId="LiveId" clId="{DAFB2A7F-2030-4659-B87D-1C1B1668B24C}" dt="2026-06-12T21:22:35.817" v="1363" actId="478"/>
          <ac:spMkLst>
            <pc:docMk/>
            <pc:sldMk cId="823882617" sldId="259"/>
            <ac:spMk id="4" creationId="{227F6C9F-2B1C-A288-4B30-A1CFA2F4BD86}"/>
          </ac:spMkLst>
        </pc:spChg>
        <pc:spChg chg="add mod">
          <ac:chgData name="Rishabh Bansal" userId="220a92e5ce521e48" providerId="LiveId" clId="{DAFB2A7F-2030-4659-B87D-1C1B1668B24C}" dt="2026-06-12T20:39:05.383" v="292" actId="1076"/>
          <ac:spMkLst>
            <pc:docMk/>
            <pc:sldMk cId="823882617" sldId="259"/>
            <ac:spMk id="6" creationId="{4821A935-A213-A95B-D031-84AF1C6F655E}"/>
          </ac:spMkLst>
        </pc:spChg>
        <pc:picChg chg="add del mod">
          <ac:chgData name="Rishabh Bansal" userId="220a92e5ce521e48" providerId="LiveId" clId="{DAFB2A7F-2030-4659-B87D-1C1B1668B24C}" dt="2026-06-12T21:22:31.070" v="1359" actId="478"/>
          <ac:picMkLst>
            <pc:docMk/>
            <pc:sldMk cId="823882617" sldId="259"/>
            <ac:picMk id="5" creationId="{FE0A264E-FFBF-6194-2C15-4AAFE65D5F3C}"/>
          </ac:picMkLst>
        </pc:picChg>
        <pc:picChg chg="add mod">
          <ac:chgData name="Rishabh Bansal" userId="220a92e5ce521e48" providerId="LiveId" clId="{DAFB2A7F-2030-4659-B87D-1C1B1668B24C}" dt="2026-06-12T21:22:40.617" v="1365" actId="14100"/>
          <ac:picMkLst>
            <pc:docMk/>
            <pc:sldMk cId="823882617" sldId="259"/>
            <ac:picMk id="7" creationId="{E1CD6CB8-4FAF-32F9-13B2-3EA6BD0E9AF9}"/>
          </ac:picMkLst>
        </pc:picChg>
      </pc:sldChg>
      <pc:sldChg chg="addSp delSp modSp new mod">
        <pc:chgData name="Rishabh Bansal" userId="220a92e5ce521e48" providerId="LiveId" clId="{DAFB2A7F-2030-4659-B87D-1C1B1668B24C}" dt="2026-06-12T21:24:19.048" v="1370" actId="14100"/>
        <pc:sldMkLst>
          <pc:docMk/>
          <pc:sldMk cId="2890682400" sldId="260"/>
        </pc:sldMkLst>
        <pc:spChg chg="mod">
          <ac:chgData name="Rishabh Bansal" userId="220a92e5ce521e48" providerId="LiveId" clId="{DAFB2A7F-2030-4659-B87D-1C1B1668B24C}" dt="2026-06-12T21:15:43.278" v="1285" actId="20577"/>
          <ac:spMkLst>
            <pc:docMk/>
            <pc:sldMk cId="2890682400" sldId="260"/>
            <ac:spMk id="2" creationId="{44063E82-8C74-FF42-6C1F-ECCD3CDCAE66}"/>
          </ac:spMkLst>
        </pc:spChg>
        <pc:spChg chg="del">
          <ac:chgData name="Rishabh Bansal" userId="220a92e5ce521e48" providerId="LiveId" clId="{DAFB2A7F-2030-4659-B87D-1C1B1668B24C}" dt="2026-06-12T20:42:31.534" v="348" actId="478"/>
          <ac:spMkLst>
            <pc:docMk/>
            <pc:sldMk cId="2890682400" sldId="260"/>
            <ac:spMk id="3" creationId="{E0B441EB-5F49-D3E6-3CEF-2C92F137663C}"/>
          </ac:spMkLst>
        </pc:spChg>
        <pc:picChg chg="add mod">
          <ac:chgData name="Rishabh Bansal" userId="220a92e5ce521e48" providerId="LiveId" clId="{DAFB2A7F-2030-4659-B87D-1C1B1668B24C}" dt="2026-06-12T21:24:19.048" v="1370" actId="14100"/>
          <ac:picMkLst>
            <pc:docMk/>
            <pc:sldMk cId="2890682400" sldId="260"/>
            <ac:picMk id="4" creationId="{B2C6716E-0BD4-7DC5-2AC5-B38F9C711B8E}"/>
          </ac:picMkLst>
        </pc:picChg>
        <pc:picChg chg="add del mod">
          <ac:chgData name="Rishabh Bansal" userId="220a92e5ce521e48" providerId="LiveId" clId="{DAFB2A7F-2030-4659-B87D-1C1B1668B24C}" dt="2026-06-12T21:22:50.791" v="1366" actId="478"/>
          <ac:picMkLst>
            <pc:docMk/>
            <pc:sldMk cId="2890682400" sldId="260"/>
            <ac:picMk id="5" creationId="{5936F7FD-94DC-3C90-EB44-8FC571516133}"/>
          </ac:picMkLst>
        </pc:picChg>
      </pc:sldChg>
      <pc:sldChg chg="addSp delSp modSp new mod">
        <pc:chgData name="Rishabh Bansal" userId="220a92e5ce521e48" providerId="LiveId" clId="{DAFB2A7F-2030-4659-B87D-1C1B1668B24C}" dt="2026-06-12T21:50:44.894" v="1666" actId="1076"/>
        <pc:sldMkLst>
          <pc:docMk/>
          <pc:sldMk cId="3283591986" sldId="261"/>
        </pc:sldMkLst>
        <pc:spChg chg="mod">
          <ac:chgData name="Rishabh Bansal" userId="220a92e5ce521e48" providerId="LiveId" clId="{DAFB2A7F-2030-4659-B87D-1C1B1668B24C}" dt="2026-06-12T21:28:23.335" v="1389" actId="1076"/>
          <ac:spMkLst>
            <pc:docMk/>
            <pc:sldMk cId="3283591986" sldId="261"/>
            <ac:spMk id="2" creationId="{6145FCFC-0D56-999C-66C8-20A394C5D8EE}"/>
          </ac:spMkLst>
        </pc:spChg>
        <pc:spChg chg="del">
          <ac:chgData name="Rishabh Bansal" userId="220a92e5ce521e48" providerId="LiveId" clId="{DAFB2A7F-2030-4659-B87D-1C1B1668B24C}" dt="2026-06-12T20:43:42.674" v="356"/>
          <ac:spMkLst>
            <pc:docMk/>
            <pc:sldMk cId="3283591986" sldId="261"/>
            <ac:spMk id="3" creationId="{1A12A97B-2FA7-DD9F-59B6-836B02045E13}"/>
          </ac:spMkLst>
        </pc:spChg>
        <pc:spChg chg="add del mod">
          <ac:chgData name="Rishabh Bansal" userId="220a92e5ce521e48" providerId="LiveId" clId="{DAFB2A7F-2030-4659-B87D-1C1B1668B24C}" dt="2026-06-12T21:25:01.996" v="1374" actId="478"/>
          <ac:spMkLst>
            <pc:docMk/>
            <pc:sldMk cId="3283591986" sldId="261"/>
            <ac:spMk id="4" creationId="{AFEE1DED-B1AF-4C01-9D11-1FDD2545524A}"/>
          </ac:spMkLst>
        </pc:spChg>
        <pc:picChg chg="add del mod ord modCrop">
          <ac:chgData name="Rishabh Bansal" userId="220a92e5ce521e48" providerId="LiveId" clId="{DAFB2A7F-2030-4659-B87D-1C1B1668B24C}" dt="2026-06-12T21:24:52.287" v="1371" actId="478"/>
          <ac:picMkLst>
            <pc:docMk/>
            <pc:sldMk cId="3283591986" sldId="261"/>
            <ac:picMk id="5" creationId="{9BE3BEA6-18BB-105F-BA3A-F7146FC44B07}"/>
          </ac:picMkLst>
        </pc:picChg>
        <pc:picChg chg="add del mod modCrop">
          <ac:chgData name="Rishabh Bansal" userId="220a92e5ce521e48" providerId="LiveId" clId="{DAFB2A7F-2030-4659-B87D-1C1B1668B24C}" dt="2026-06-12T21:24:58.042" v="1373" actId="478"/>
          <ac:picMkLst>
            <pc:docMk/>
            <pc:sldMk cId="3283591986" sldId="261"/>
            <ac:picMk id="7" creationId="{1D829D33-457B-B9C2-08EA-0855087E924C}"/>
          </ac:picMkLst>
        </pc:picChg>
        <pc:picChg chg="add mod modCrop">
          <ac:chgData name="Rishabh Bansal" userId="220a92e5ce521e48" providerId="LiveId" clId="{DAFB2A7F-2030-4659-B87D-1C1B1668B24C}" dt="2026-06-12T21:50:44.894" v="1666" actId="1076"/>
          <ac:picMkLst>
            <pc:docMk/>
            <pc:sldMk cId="3283591986" sldId="261"/>
            <ac:picMk id="8" creationId="{7D1A6699-2DF3-9747-C17C-212A1F0F39F6}"/>
          </ac:picMkLst>
        </pc:picChg>
        <pc:picChg chg="add del mod modCrop">
          <ac:chgData name="Rishabh Bansal" userId="220a92e5ce521e48" providerId="LiveId" clId="{DAFB2A7F-2030-4659-B87D-1C1B1668B24C}" dt="2026-06-12T21:24:55.419" v="1372" actId="478"/>
          <ac:picMkLst>
            <pc:docMk/>
            <pc:sldMk cId="3283591986" sldId="261"/>
            <ac:picMk id="9" creationId="{15377DE8-A5A0-84C2-6CDF-0BEBA05E41EF}"/>
          </ac:picMkLst>
        </pc:picChg>
      </pc:sldChg>
      <pc:sldChg chg="addSp delSp modSp add mod">
        <pc:chgData name="Rishabh Bansal" userId="220a92e5ce521e48" providerId="LiveId" clId="{DAFB2A7F-2030-4659-B87D-1C1B1668B24C}" dt="2026-06-12T21:37:47.458" v="1453" actId="21"/>
        <pc:sldMkLst>
          <pc:docMk/>
          <pc:sldMk cId="146594352" sldId="262"/>
        </pc:sldMkLst>
        <pc:spChg chg="mod">
          <ac:chgData name="Rishabh Bansal" userId="220a92e5ce521e48" providerId="LiveId" clId="{DAFB2A7F-2030-4659-B87D-1C1B1668B24C}" dt="2026-06-12T21:29:16.234" v="1392" actId="1076"/>
          <ac:spMkLst>
            <pc:docMk/>
            <pc:sldMk cId="146594352" sldId="262"/>
            <ac:spMk id="2" creationId="{D9DE4924-A883-E85F-924F-0CBBC290876C}"/>
          </ac:spMkLst>
        </pc:spChg>
        <pc:spChg chg="add del mod">
          <ac:chgData name="Rishabh Bansal" userId="220a92e5ce521e48" providerId="LiveId" clId="{DAFB2A7F-2030-4659-B87D-1C1B1668B24C}" dt="2026-06-12T20:48:59.829" v="404" actId="478"/>
          <ac:spMkLst>
            <pc:docMk/>
            <pc:sldMk cId="146594352" sldId="262"/>
            <ac:spMk id="4" creationId="{A832B24C-A360-B66D-8160-035901B24F77}"/>
          </ac:spMkLst>
        </pc:spChg>
        <pc:spChg chg="add mod">
          <ac:chgData name="Rishabh Bansal" userId="220a92e5ce521e48" providerId="LiveId" clId="{DAFB2A7F-2030-4659-B87D-1C1B1668B24C}" dt="2026-06-12T21:32:52.590" v="1417" actId="14100"/>
          <ac:spMkLst>
            <pc:docMk/>
            <pc:sldMk cId="146594352" sldId="262"/>
            <ac:spMk id="10" creationId="{8FB87341-644E-3132-1BA3-4945D15983B4}"/>
          </ac:spMkLst>
        </pc:spChg>
        <pc:picChg chg="add mod modCrop">
          <ac:chgData name="Rishabh Bansal" userId="220a92e5ce521e48" providerId="LiveId" clId="{DAFB2A7F-2030-4659-B87D-1C1B1668B24C}" dt="2026-06-12T21:31:56.347" v="1411" actId="1076"/>
          <ac:picMkLst>
            <pc:docMk/>
            <pc:sldMk cId="146594352" sldId="262"/>
            <ac:picMk id="4" creationId="{E8322528-4C41-E30C-7BF5-74F87E73EAED}"/>
          </ac:picMkLst>
        </pc:picChg>
        <pc:picChg chg="del">
          <ac:chgData name="Rishabh Bansal" userId="220a92e5ce521e48" providerId="LiveId" clId="{DAFB2A7F-2030-4659-B87D-1C1B1668B24C}" dt="2026-06-12T20:48:56.265" v="403" actId="478"/>
          <ac:picMkLst>
            <pc:docMk/>
            <pc:sldMk cId="146594352" sldId="262"/>
            <ac:picMk id="5" creationId="{2D9E6C39-8EFD-B3B5-037B-66E0D14800C3}"/>
          </ac:picMkLst>
        </pc:picChg>
        <pc:picChg chg="add mod modCrop">
          <ac:chgData name="Rishabh Bansal" userId="220a92e5ce521e48" providerId="LiveId" clId="{DAFB2A7F-2030-4659-B87D-1C1B1668B24C}" dt="2026-06-12T21:31:59.379" v="1412" actId="1076"/>
          <ac:picMkLst>
            <pc:docMk/>
            <pc:sldMk cId="146594352" sldId="262"/>
            <ac:picMk id="6" creationId="{EE0B0AE6-A354-6A65-D90C-3E1F051D459F}"/>
          </ac:picMkLst>
        </pc:picChg>
        <pc:picChg chg="del">
          <ac:chgData name="Rishabh Bansal" userId="220a92e5ce521e48" providerId="LiveId" clId="{DAFB2A7F-2030-4659-B87D-1C1B1668B24C}" dt="2026-06-12T20:48:54.853" v="402" actId="478"/>
          <ac:picMkLst>
            <pc:docMk/>
            <pc:sldMk cId="146594352" sldId="262"/>
            <ac:picMk id="7" creationId="{C8F3B04B-95F1-30D1-08B3-0E5E3819F3D4}"/>
          </ac:picMkLst>
        </pc:picChg>
        <pc:picChg chg="add del mod modCrop">
          <ac:chgData name="Rishabh Bansal" userId="220a92e5ce521e48" providerId="LiveId" clId="{DAFB2A7F-2030-4659-B87D-1C1B1668B24C}" dt="2026-06-12T21:29:18.241" v="1393" actId="478"/>
          <ac:picMkLst>
            <pc:docMk/>
            <pc:sldMk cId="146594352" sldId="262"/>
            <ac:picMk id="8" creationId="{523C830C-6355-DA77-C7F4-E5CA89E71F03}"/>
          </ac:picMkLst>
        </pc:picChg>
        <pc:picChg chg="del mod modCrop">
          <ac:chgData name="Rishabh Bansal" userId="220a92e5ce521e48" providerId="LiveId" clId="{DAFB2A7F-2030-4659-B87D-1C1B1668B24C}" dt="2026-06-12T21:29:19.905" v="1394" actId="478"/>
          <ac:picMkLst>
            <pc:docMk/>
            <pc:sldMk cId="146594352" sldId="262"/>
            <ac:picMk id="9" creationId="{CF658DF9-3F1C-4ECA-2539-CADCD9984634}"/>
          </ac:picMkLst>
        </pc:picChg>
        <pc:picChg chg="add del mod">
          <ac:chgData name="Rishabh Bansal" userId="220a92e5ce521e48" providerId="LiveId" clId="{DAFB2A7F-2030-4659-B87D-1C1B1668B24C}" dt="2026-06-12T21:37:47.458" v="1453" actId="21"/>
          <ac:picMkLst>
            <pc:docMk/>
            <pc:sldMk cId="146594352" sldId="262"/>
            <ac:picMk id="11" creationId="{E0DCAA62-E450-7BCD-D9A5-6D706F42C6D1}"/>
          </ac:picMkLst>
        </pc:picChg>
      </pc:sldChg>
      <pc:sldChg chg="addSp delSp modSp new mod">
        <pc:chgData name="Rishabh Bansal" userId="220a92e5ce521e48" providerId="LiveId" clId="{DAFB2A7F-2030-4659-B87D-1C1B1668B24C}" dt="2026-06-12T21:36:54.474" v="1447" actId="14100"/>
        <pc:sldMkLst>
          <pc:docMk/>
          <pc:sldMk cId="765090189" sldId="263"/>
        </pc:sldMkLst>
        <pc:spChg chg="mod">
          <ac:chgData name="Rishabh Bansal" userId="220a92e5ce521e48" providerId="LiveId" clId="{DAFB2A7F-2030-4659-B87D-1C1B1668B24C}" dt="2026-06-12T21:33:04.168" v="1419" actId="27636"/>
          <ac:spMkLst>
            <pc:docMk/>
            <pc:sldMk cId="765090189" sldId="263"/>
            <ac:spMk id="2" creationId="{9D5F264B-E457-DD17-3607-DA7CD9A8A10A}"/>
          </ac:spMkLst>
        </pc:spChg>
        <pc:spChg chg="del">
          <ac:chgData name="Rishabh Bansal" userId="220a92e5ce521e48" providerId="LiveId" clId="{DAFB2A7F-2030-4659-B87D-1C1B1668B24C}" dt="2026-06-12T20:51:59.882" v="468" actId="478"/>
          <ac:spMkLst>
            <pc:docMk/>
            <pc:sldMk cId="765090189" sldId="263"/>
            <ac:spMk id="3" creationId="{2E802346-B65E-C8BF-4CE0-76E67DB417BC}"/>
          </ac:spMkLst>
        </pc:spChg>
        <pc:spChg chg="add mod">
          <ac:chgData name="Rishabh Bansal" userId="220a92e5ce521e48" providerId="LiveId" clId="{DAFB2A7F-2030-4659-B87D-1C1B1668B24C}" dt="2026-06-12T21:36:42.509" v="1446" actId="20577"/>
          <ac:spMkLst>
            <pc:docMk/>
            <pc:sldMk cId="765090189" sldId="263"/>
            <ac:spMk id="6" creationId="{072B9E6A-FE83-023A-BC7C-9DD593487899}"/>
          </ac:spMkLst>
        </pc:spChg>
        <pc:picChg chg="add mod modCrop">
          <ac:chgData name="Rishabh Bansal" userId="220a92e5ce521e48" providerId="LiveId" clId="{DAFB2A7F-2030-4659-B87D-1C1B1668B24C}" dt="2026-06-12T21:36:54.474" v="1447" actId="14100"/>
          <ac:picMkLst>
            <pc:docMk/>
            <pc:sldMk cId="765090189" sldId="263"/>
            <ac:picMk id="4" creationId="{4A1C5216-2B8D-C9EF-6E3F-D35FE28D168A}"/>
          </ac:picMkLst>
        </pc:picChg>
        <pc:picChg chg="add del mod">
          <ac:chgData name="Rishabh Bansal" userId="220a92e5ce521e48" providerId="LiveId" clId="{DAFB2A7F-2030-4659-B87D-1C1B1668B24C}" dt="2026-06-12T21:33:18.456" v="1421" actId="478"/>
          <ac:picMkLst>
            <pc:docMk/>
            <pc:sldMk cId="765090189" sldId="263"/>
            <ac:picMk id="5" creationId="{E1BEDB2B-78C6-4DA7-C9C3-6B141966950B}"/>
          </ac:picMkLst>
        </pc:picChg>
      </pc:sldChg>
      <pc:sldChg chg="addSp delSp modSp new mod">
        <pc:chgData name="Rishabh Bansal" userId="220a92e5ce521e48" providerId="LiveId" clId="{DAFB2A7F-2030-4659-B87D-1C1B1668B24C}" dt="2026-06-12T21:49:08.819" v="1656" actId="14100"/>
        <pc:sldMkLst>
          <pc:docMk/>
          <pc:sldMk cId="1538107007" sldId="264"/>
        </pc:sldMkLst>
        <pc:spChg chg="mod">
          <ac:chgData name="Rishabh Bansal" userId="220a92e5ce521e48" providerId="LiveId" clId="{DAFB2A7F-2030-4659-B87D-1C1B1668B24C}" dt="2026-06-12T21:46:06.793" v="1472" actId="1076"/>
          <ac:spMkLst>
            <pc:docMk/>
            <pc:sldMk cId="1538107007" sldId="264"/>
            <ac:spMk id="2" creationId="{D964B2CE-4713-73A8-2D88-8DB65ABAF45A}"/>
          </ac:spMkLst>
        </pc:spChg>
        <pc:spChg chg="del">
          <ac:chgData name="Rishabh Bansal" userId="220a92e5ce521e48" providerId="LiveId" clId="{DAFB2A7F-2030-4659-B87D-1C1B1668B24C}" dt="2026-06-12T20:55:15.568" v="570" actId="478"/>
          <ac:spMkLst>
            <pc:docMk/>
            <pc:sldMk cId="1538107007" sldId="264"/>
            <ac:spMk id="3" creationId="{30B83ADC-84CC-92C0-1EF9-F4A22A83899F}"/>
          </ac:spMkLst>
        </pc:spChg>
        <pc:spChg chg="add mod">
          <ac:chgData name="Rishabh Bansal" userId="220a92e5ce521e48" providerId="LiveId" clId="{DAFB2A7F-2030-4659-B87D-1C1B1668B24C}" dt="2026-06-12T21:49:08.819" v="1656" actId="14100"/>
          <ac:spMkLst>
            <pc:docMk/>
            <pc:sldMk cId="1538107007" sldId="264"/>
            <ac:spMk id="8" creationId="{6EB956E4-1377-C7D8-2BFD-519B6B4E0D4B}"/>
          </ac:spMkLst>
        </pc:spChg>
        <pc:picChg chg="add del mod">
          <ac:chgData name="Rishabh Bansal" userId="220a92e5ce521e48" providerId="LiveId" clId="{DAFB2A7F-2030-4659-B87D-1C1B1668B24C}" dt="2026-06-12T20:55:33.407" v="573" actId="478"/>
          <ac:picMkLst>
            <pc:docMk/>
            <pc:sldMk cId="1538107007" sldId="264"/>
            <ac:picMk id="5" creationId="{08209001-87AC-9859-530A-7648E2DC789C}"/>
          </ac:picMkLst>
        </pc:picChg>
        <pc:picChg chg="add del mod modCrop">
          <ac:chgData name="Rishabh Bansal" userId="220a92e5ce521e48" providerId="LiveId" clId="{DAFB2A7F-2030-4659-B87D-1C1B1668B24C}" dt="2026-06-12T21:46:08.312" v="1473" actId="478"/>
          <ac:picMkLst>
            <pc:docMk/>
            <pc:sldMk cId="1538107007" sldId="264"/>
            <ac:picMk id="7" creationId="{C8965D2C-B600-C256-27A2-1D4F6C8E6779}"/>
          </ac:picMkLst>
        </pc:picChg>
      </pc:sldChg>
      <pc:sldChg chg="addSp delSp modSp new mod ord">
        <pc:chgData name="Rishabh Bansal" userId="220a92e5ce521e48" providerId="LiveId" clId="{DAFB2A7F-2030-4659-B87D-1C1B1668B24C}" dt="2026-06-12T21:45:01.035" v="1469" actId="2711"/>
        <pc:sldMkLst>
          <pc:docMk/>
          <pc:sldMk cId="1512712566" sldId="265"/>
        </pc:sldMkLst>
        <pc:spChg chg="mod">
          <ac:chgData name="Rishabh Bansal" userId="220a92e5ce521e48" providerId="LiveId" clId="{DAFB2A7F-2030-4659-B87D-1C1B1668B24C}" dt="2026-06-12T21:37:17.253" v="1449" actId="27636"/>
          <ac:spMkLst>
            <pc:docMk/>
            <pc:sldMk cId="1512712566" sldId="265"/>
            <ac:spMk id="2" creationId="{5A33649B-F5EC-4B85-6BAE-3D668A8717A1}"/>
          </ac:spMkLst>
        </pc:spChg>
        <pc:spChg chg="mod">
          <ac:chgData name="Rishabh Bansal" userId="220a92e5ce521e48" providerId="LiveId" clId="{DAFB2A7F-2030-4659-B87D-1C1B1668B24C}" dt="2026-06-12T21:45:01.035" v="1469" actId="2711"/>
          <ac:spMkLst>
            <pc:docMk/>
            <pc:sldMk cId="1512712566" sldId="265"/>
            <ac:spMk id="3" creationId="{68DF7B1D-39DF-6ECB-FFF6-DD1E380BC798}"/>
          </ac:spMkLst>
        </pc:spChg>
        <pc:picChg chg="add del mod modCrop">
          <ac:chgData name="Rishabh Bansal" userId="220a92e5ce521e48" providerId="LiveId" clId="{DAFB2A7F-2030-4659-B87D-1C1B1668B24C}" dt="2026-06-12T21:37:18.396" v="1450" actId="478"/>
          <ac:picMkLst>
            <pc:docMk/>
            <pc:sldMk cId="1512712566" sldId="265"/>
            <ac:picMk id="5" creationId="{8959AEE3-AE69-96AE-C7C2-7E4154983641}"/>
          </ac:picMkLst>
        </pc:picChg>
        <pc:picChg chg="add del mod">
          <ac:chgData name="Rishabh Bansal" userId="220a92e5ce521e48" providerId="LiveId" clId="{DAFB2A7F-2030-4659-B87D-1C1B1668B24C}" dt="2026-06-12T21:42:34.179" v="1461" actId="478"/>
          <ac:picMkLst>
            <pc:docMk/>
            <pc:sldMk cId="1512712566" sldId="265"/>
            <ac:picMk id="6" creationId="{E05BA556-C15C-0E79-9B79-F71FC31102DC}"/>
          </ac:picMkLst>
        </pc:picChg>
        <pc:picChg chg="add mod modCrop">
          <ac:chgData name="Rishabh Bansal" userId="220a92e5ce521e48" providerId="LiveId" clId="{DAFB2A7F-2030-4659-B87D-1C1B1668B24C}" dt="2026-06-12T21:44:43.301" v="1468" actId="1076"/>
          <ac:picMkLst>
            <pc:docMk/>
            <pc:sldMk cId="1512712566" sldId="265"/>
            <ac:picMk id="8" creationId="{88A35D6E-92C6-7861-49F9-B2831136EB03}"/>
          </ac:picMkLst>
        </pc:picChg>
      </pc:sldChg>
      <pc:sldChg chg="modSp new mod">
        <pc:chgData name="Rishabh Bansal" userId="220a92e5ce521e48" providerId="LiveId" clId="{DAFB2A7F-2030-4659-B87D-1C1B1668B24C}" dt="2026-06-12T21:51:16.021" v="1667" actId="20577"/>
        <pc:sldMkLst>
          <pc:docMk/>
          <pc:sldMk cId="2234831212" sldId="266"/>
        </pc:sldMkLst>
        <pc:spChg chg="mod">
          <ac:chgData name="Rishabh Bansal" userId="220a92e5ce521e48" providerId="LiveId" clId="{DAFB2A7F-2030-4659-B87D-1C1B1668B24C}" dt="2026-06-12T21:05:58.925" v="939" actId="27636"/>
          <ac:spMkLst>
            <pc:docMk/>
            <pc:sldMk cId="2234831212" sldId="266"/>
            <ac:spMk id="2" creationId="{5CA69542-23E5-6401-A088-26C9A23BCB0A}"/>
          </ac:spMkLst>
        </pc:spChg>
        <pc:spChg chg="mod">
          <ac:chgData name="Rishabh Bansal" userId="220a92e5ce521e48" providerId="LiveId" clId="{DAFB2A7F-2030-4659-B87D-1C1B1668B24C}" dt="2026-06-12T21:51:16.021" v="1667" actId="20577"/>
          <ac:spMkLst>
            <pc:docMk/>
            <pc:sldMk cId="2234831212" sldId="266"/>
            <ac:spMk id="3" creationId="{3B6E25F0-ABCD-6569-B07E-2C9B83DDA739}"/>
          </ac:spMkLst>
        </pc:spChg>
      </pc:sldChg>
      <pc:sldChg chg="modSp new mod">
        <pc:chgData name="Rishabh Bansal" userId="220a92e5ce521e48" providerId="LiveId" clId="{DAFB2A7F-2030-4659-B87D-1C1B1668B24C}" dt="2026-06-12T21:56:39.879" v="1824" actId="20577"/>
        <pc:sldMkLst>
          <pc:docMk/>
          <pc:sldMk cId="2927332822" sldId="267"/>
        </pc:sldMkLst>
        <pc:spChg chg="mod">
          <ac:chgData name="Rishabh Bansal" userId="220a92e5ce521e48" providerId="LiveId" clId="{DAFB2A7F-2030-4659-B87D-1C1B1668B24C}" dt="2026-06-12T21:09:03.460" v="1018" actId="27636"/>
          <ac:spMkLst>
            <pc:docMk/>
            <pc:sldMk cId="2927332822" sldId="267"/>
            <ac:spMk id="2" creationId="{42132BF8-71BC-D822-2AD6-CDCCB83C5E65}"/>
          </ac:spMkLst>
        </pc:spChg>
        <pc:spChg chg="mod">
          <ac:chgData name="Rishabh Bansal" userId="220a92e5ce521e48" providerId="LiveId" clId="{DAFB2A7F-2030-4659-B87D-1C1B1668B24C}" dt="2026-06-12T21:56:39.879" v="1824" actId="20577"/>
          <ac:spMkLst>
            <pc:docMk/>
            <pc:sldMk cId="2927332822" sldId="267"/>
            <ac:spMk id="3" creationId="{8AF20F49-32D0-021B-E90B-6AA1753DB7A1}"/>
          </ac:spMkLst>
        </pc:spChg>
      </pc:sldChg>
      <pc:sldChg chg="modSp new mod">
        <pc:chgData name="Rishabh Bansal" userId="220a92e5ce521e48" providerId="LiveId" clId="{DAFB2A7F-2030-4659-B87D-1C1B1668B24C}" dt="2026-06-12T21:58:27.835" v="1845" actId="20577"/>
        <pc:sldMkLst>
          <pc:docMk/>
          <pc:sldMk cId="1294165107" sldId="268"/>
        </pc:sldMkLst>
        <pc:spChg chg="mod">
          <ac:chgData name="Rishabh Bansal" userId="220a92e5ce521e48" providerId="LiveId" clId="{DAFB2A7F-2030-4659-B87D-1C1B1668B24C}" dt="2026-06-12T21:13:01.884" v="1198" actId="20577"/>
          <ac:spMkLst>
            <pc:docMk/>
            <pc:sldMk cId="1294165107" sldId="268"/>
            <ac:spMk id="2" creationId="{F04880AA-B572-2614-143A-E5F3380AE072}"/>
          </ac:spMkLst>
        </pc:spChg>
        <pc:spChg chg="mod">
          <ac:chgData name="Rishabh Bansal" userId="220a92e5ce521e48" providerId="LiveId" clId="{DAFB2A7F-2030-4659-B87D-1C1B1668B24C}" dt="2026-06-12T21:58:27.835" v="1845" actId="20577"/>
          <ac:spMkLst>
            <pc:docMk/>
            <pc:sldMk cId="1294165107" sldId="268"/>
            <ac:spMk id="3" creationId="{049B0966-2ED0-E570-E125-1086EB421F77}"/>
          </ac:spMkLst>
        </pc:spChg>
      </pc:sldChg>
      <pc:sldChg chg="addSp delSp modSp new mod">
        <pc:chgData name="Rishabh Bansal" userId="220a92e5ce521e48" providerId="LiveId" clId="{DAFB2A7F-2030-4659-B87D-1C1B1668B24C}" dt="2026-06-12T21:13:57.628" v="1236" actId="20577"/>
        <pc:sldMkLst>
          <pc:docMk/>
          <pc:sldMk cId="1178714214" sldId="269"/>
        </pc:sldMkLst>
        <pc:spChg chg="mod">
          <ac:chgData name="Rishabh Bansal" userId="220a92e5ce521e48" providerId="LiveId" clId="{DAFB2A7F-2030-4659-B87D-1C1B1668B24C}" dt="2026-06-12T21:13:57.628" v="1236" actId="20577"/>
          <ac:spMkLst>
            <pc:docMk/>
            <pc:sldMk cId="1178714214" sldId="269"/>
            <ac:spMk id="2" creationId="{98D90817-287D-78EE-74D9-16125FE7B1C1}"/>
          </ac:spMkLst>
        </pc:spChg>
        <pc:spChg chg="del mod">
          <ac:chgData name="Rishabh Bansal" userId="220a92e5ce521e48" providerId="LiveId" clId="{DAFB2A7F-2030-4659-B87D-1C1B1668B24C}" dt="2026-06-12T21:13:37.088" v="1212" actId="478"/>
          <ac:spMkLst>
            <pc:docMk/>
            <pc:sldMk cId="1178714214" sldId="269"/>
            <ac:spMk id="3" creationId="{888DD5D3-4A79-79D7-DA3C-E56614CAD41D}"/>
          </ac:spMkLst>
        </pc:spChg>
        <pc:spChg chg="add del mod">
          <ac:chgData name="Rishabh Bansal" userId="220a92e5ce521e48" providerId="LiveId" clId="{DAFB2A7F-2030-4659-B87D-1C1B1668B24C}" dt="2026-06-12T21:13:43.771" v="1225" actId="478"/>
          <ac:spMkLst>
            <pc:docMk/>
            <pc:sldMk cId="1178714214" sldId="269"/>
            <ac:spMk id="5" creationId="{44A573A5-7341-8EBB-1F19-7C5D392C8889}"/>
          </ac:spMkLst>
        </pc:spChg>
      </pc:sldChg>
      <pc:sldChg chg="add del">
        <pc:chgData name="Rishabh Bansal" userId="220a92e5ce521e48" providerId="LiveId" clId="{DAFB2A7F-2030-4659-B87D-1C1B1668B24C}" dt="2026-06-12T21:37:54.656" v="1457"/>
        <pc:sldMkLst>
          <pc:docMk/>
          <pc:sldMk cId="38169031" sldId="270"/>
        </pc:sldMkLst>
      </pc:sldChg>
      <pc:sldChg chg="add del">
        <pc:chgData name="Rishabh Bansal" userId="220a92e5ce521e48" providerId="LiveId" clId="{DAFB2A7F-2030-4659-B87D-1C1B1668B24C}" dt="2026-06-12T21:37:52.073" v="1455"/>
        <pc:sldMkLst>
          <pc:docMk/>
          <pc:sldMk cId="1214034093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ECAC3-D7F4-44E5-A6BF-0C5CE5FB1EE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14845-1FFA-44A7-B9FC-22F35FFEF2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0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5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65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132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26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19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6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194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40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70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7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60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3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7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25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9628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44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03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34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566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43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548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4DE3-0B91-29F8-BC59-05A8BDE52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343026"/>
            <a:ext cx="9440034" cy="2255316"/>
          </a:xfrm>
        </p:spPr>
        <p:txBody>
          <a:bodyPr>
            <a:normAutofit fontScale="90000"/>
          </a:bodyPr>
          <a:lstStyle/>
          <a:p>
            <a:r>
              <a:rPr lang="en-US" b="1" kern="0" spc="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</a:t>
            </a:r>
            <a: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b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C7056-CE7A-FDDC-9626-ABC9E3EACA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: Rishab Bansal</a:t>
            </a:r>
          </a:p>
          <a:p>
            <a:r>
              <a:rPr lang="en-US" dirty="0"/>
              <a:t>Data Analyst | Business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63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3825-44B3-E253-16E9-1976AC8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5058-FE69-653C-A0FA-1F6B3C93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353" y="1732449"/>
            <a:ext cx="10353762" cy="1957235"/>
          </a:xfrm>
        </p:spPr>
        <p:txBody>
          <a:bodyPr/>
          <a:lstStyle/>
          <a:p>
            <a:pPr marL="36900" indent="0">
              <a:buNone/>
            </a:pPr>
            <a:r>
              <a:rPr lang="en-US" dirty="0"/>
              <a:t>	About </a:t>
            </a:r>
            <a:r>
              <a:rPr lang="en-US" dirty="0" err="1"/>
              <a:t>Boxify</a:t>
            </a:r>
            <a:endParaRPr lang="en-US" dirty="0"/>
          </a:p>
          <a:p>
            <a:r>
              <a:rPr lang="en-IN" b="1" dirty="0" err="1">
                <a:effectLst/>
              </a:rPr>
              <a:t>Boxify</a:t>
            </a:r>
            <a:r>
              <a:rPr lang="en-IN" dirty="0">
                <a:effectLst/>
              </a:rPr>
              <a:t>, an online subscription box service delivering monthly lifestyle products. Over the past year, the company has observed a </a:t>
            </a:r>
            <a:r>
              <a:rPr lang="en-IN" b="1" dirty="0">
                <a:effectLst/>
              </a:rPr>
              <a:t>rise in customer churn </a:t>
            </a:r>
            <a:r>
              <a:rPr lang="en-IN" dirty="0">
                <a:effectLst/>
              </a:rPr>
              <a:t>subscribers cancelling before completing 6 months. Management wants to </a:t>
            </a:r>
            <a:r>
              <a:rPr lang="en-IN" b="1" dirty="0">
                <a:effectLst/>
              </a:rPr>
              <a:t>understand why customers leave</a:t>
            </a:r>
            <a:r>
              <a:rPr lang="en-IN" dirty="0">
                <a:effectLst/>
              </a:rPr>
              <a:t> and take action to improve retention.</a:t>
            </a:r>
            <a:endParaRPr lang="en-IN" dirty="0"/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D902C5-A052-0EE9-BC9F-FC355518BBF2}"/>
              </a:ext>
            </a:extLst>
          </p:cNvPr>
          <p:cNvSpPr txBox="1">
            <a:spLocks/>
          </p:cNvSpPr>
          <p:nvPr/>
        </p:nvSpPr>
        <p:spPr>
          <a:xfrm>
            <a:off x="633058" y="4876800"/>
            <a:ext cx="10353762" cy="13716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00" dirty="0"/>
              <a:t>	Key Assumptions</a:t>
            </a:r>
          </a:p>
          <a:p>
            <a:r>
              <a:rPr lang="en-IN" dirty="0">
                <a:effectLst/>
              </a:rPr>
              <a:t>The data available is for the </a:t>
            </a:r>
            <a:r>
              <a:rPr lang="en-IN" b="1" dirty="0">
                <a:effectLst/>
              </a:rPr>
              <a:t>last 3 years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r>
              <a:rPr lang="en-IN" dirty="0">
                <a:effectLst/>
              </a:rPr>
              <a:t>Assume </a:t>
            </a:r>
            <a:r>
              <a:rPr lang="en-IN" b="1" dirty="0">
                <a:effectLst/>
              </a:rPr>
              <a:t>monthly subscription renewals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r>
              <a:rPr lang="en-IN" dirty="0">
                <a:effectLst/>
              </a:rPr>
              <a:t>Churn can only be measured at the end of a subscription cycle.</a:t>
            </a:r>
            <a:endParaRPr lang="en-IN" dirty="0"/>
          </a:p>
          <a:p>
            <a:pPr marL="36900" indent="0">
              <a:buFont typeface="Wingdings 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84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D08A-8D26-4D9E-916A-913AB323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E226-16B4-7986-EE40-AF2F7BAF5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effectLst/>
              </a:rPr>
              <a:t>Reduce churn rate by </a:t>
            </a:r>
            <a:r>
              <a:rPr lang="en-IN" b="1" dirty="0">
                <a:solidFill>
                  <a:schemeClr val="tx1"/>
                </a:solidFill>
                <a:effectLst/>
              </a:rPr>
              <a:t>5–10%</a:t>
            </a:r>
            <a:r>
              <a:rPr lang="en-IN" dirty="0">
                <a:solidFill>
                  <a:schemeClr val="tx1"/>
                </a:solidFill>
                <a:effectLst/>
              </a:rPr>
              <a:t> over the next 6 months.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  <a:effectLst/>
              </a:rPr>
              <a:t>Identify high-risk customer segments.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  <a:effectLst/>
              </a:rPr>
              <a:t>Recommend strategies to </a:t>
            </a:r>
            <a:r>
              <a:rPr lang="en-IN" b="1" dirty="0">
                <a:solidFill>
                  <a:schemeClr val="tx1"/>
                </a:solidFill>
                <a:effectLst/>
              </a:rPr>
              <a:t>retain subscribers</a:t>
            </a:r>
            <a:r>
              <a:rPr lang="en-IN" dirty="0">
                <a:solidFill>
                  <a:schemeClr val="tx1"/>
                </a:solidFill>
                <a:effectLst/>
              </a:rPr>
              <a:t> and increase loyalty.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00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095C-7F6B-EA31-C9CE-D50B2588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540782"/>
            <a:ext cx="2951747" cy="526319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Given</a:t>
            </a:r>
            <a:endParaRPr lang="en-IN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21A935-A213-A95B-D031-84AF1C6F655E}"/>
              </a:ext>
            </a:extLst>
          </p:cNvPr>
          <p:cNvSpPr txBox="1">
            <a:spLocks/>
          </p:cNvSpPr>
          <p:nvPr/>
        </p:nvSpPr>
        <p:spPr>
          <a:xfrm>
            <a:off x="745353" y="31637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IN" dirty="0"/>
          </a:p>
        </p:txBody>
      </p:sp>
      <p:pic>
        <p:nvPicPr>
          <p:cNvPr id="7" name="Picture 6" descr="image">
            <a:extLst>
              <a:ext uri="{FF2B5EF4-FFF2-40B4-BE49-F238E27FC236}">
                <a16:creationId xmlns:a16="http://schemas.microsoft.com/office/drawing/2014/main" id="{E1CD6CB8-4FAF-32F9-13B2-3EA6BD0E9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7" y="2067101"/>
            <a:ext cx="9453256" cy="436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8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3E82-8C74-FF42-6C1F-ECCD3CDC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AFTER CALCULATED COLUMNS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6716E-0BD4-7DC5-2AC5-B38F9C71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1399249"/>
            <a:ext cx="11620501" cy="505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8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FCFC-0D56-999C-66C8-20A394C5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041" y="257175"/>
            <a:ext cx="10353762" cy="9704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1A6699-2DF3-9747-C17C-212A1F0F3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" t="15117" r="-74" b="1154"/>
          <a:stretch>
            <a:fillRect/>
          </a:stretch>
        </p:blipFill>
        <p:spPr>
          <a:xfrm>
            <a:off x="756373" y="1227625"/>
            <a:ext cx="1091625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91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78D56-62B0-7814-C48B-3AF0487F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4924-A883-E85F-924F-0CBBC290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04" y="161925"/>
            <a:ext cx="10353762" cy="9704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SEGMENTS CHURN THE MOST</a:t>
            </a:r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B87341-644E-3132-1BA3-4945D1598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601817"/>
            <a:ext cx="10353762" cy="132273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35–44 has the highest churn count (61). Monthly subscribers are 2.2× more likely to churn than annual subscribers. Immediate focus should be on converting monthly to longer-term plans.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22528-4C41-E30C-7BF5-74F87E73E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" t="28626" r="54945" b="33351"/>
          <a:stretch>
            <a:fillRect/>
          </a:stretch>
        </p:blipFill>
        <p:spPr>
          <a:xfrm>
            <a:off x="221904" y="1057279"/>
            <a:ext cx="5427600" cy="2741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0B0AE6-A354-6A65-D90C-3E1F051D4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" t="66998" r="54996" b="-256"/>
          <a:stretch>
            <a:fillRect/>
          </a:stretch>
        </p:blipFill>
        <p:spPr>
          <a:xfrm>
            <a:off x="5837647" y="1094827"/>
            <a:ext cx="6205265" cy="274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4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264B-E457-DD17-3607-DA7CD9A8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3775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BY LOCATION – GEOGRAPHIC HOTSPOTS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2B9E6A-FE83-023A-BC7C-9DD59348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8574" y="1854058"/>
            <a:ext cx="4143376" cy="384189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Churn is highest in Chennai (24.4%), Hyderabad (24.2%), and Lucknow (22.7%)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indicating these cities are the most critical churn hotspots and require immediate retention efforts.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Recommendation: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Launch targeted retention campaigns in these cities, such as personalized offers, loyalty rewards, proactive customer support, and feedback surveys to address local customer pain points and reduce churn.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C5216-2B8D-C9EF-6E3F-D35FE28D1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52" t="28661" r="-31" b="49"/>
          <a:stretch>
            <a:fillRect/>
          </a:stretch>
        </p:blipFill>
        <p:spPr>
          <a:xfrm>
            <a:off x="808446" y="1417575"/>
            <a:ext cx="6516279" cy="475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9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649B-F5EC-4B85-6BAE-3D668A87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33375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LEVEL vs CHURN CORRELATION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7B1D-39DF-6ECB-FFF6-DD1E380BC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343400"/>
            <a:ext cx="10353762" cy="1924878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Customers with low engagement (&lt;30) have a significantly higher churn rate (41.25%)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compared to medium (17.90%) and highly engaged customers (13.58%). This indicates a strong negative relationship between engagement and churn.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Recommendation: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Implement engagement-boosting initiatives such as personalized content, loyalty programs, onboarding campaigns, and regular communication to increase customer activity and reduce churn risk.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A35D6E-92C6-7861-49F9-B2831136E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72"/>
          <a:stretch>
            <a:fillRect/>
          </a:stretch>
        </p:blipFill>
        <p:spPr>
          <a:xfrm>
            <a:off x="2187666" y="1208575"/>
            <a:ext cx="7816667" cy="239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1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B2CE-4713-73A8-2D88-8DB65ABA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43083"/>
            <a:ext cx="10353762" cy="9704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POTENTIAL CHURNERS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B956E4-1377-C7D8-2BFD-519B6B4E0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09726"/>
            <a:ext cx="10773380" cy="50822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Score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Type</a:t>
            </a:r>
            <a:endParaRPr lang="en-US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Box Volume</a:t>
            </a:r>
            <a:endParaRPr lang="en-US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Signal: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customer with Engagement &lt; 40 + Monthly plan → High churn probability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1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542-23E5-6401-A088-26C9A23B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HIDDEN TRENDS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25F0-ABCD-6569-B07E-2C9B83DD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35–44 shows highest churn (61 churned), while 55+ has the lowest churn risk</a:t>
            </a:r>
            <a:endParaRPr lang="en-US" dirty="0">
              <a:solidFill>
                <a:schemeClr val="tx1"/>
              </a:solidFill>
            </a:endParaRPr>
          </a:p>
          <a:p>
            <a:pPr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subscribers (47%) churn far more than Quarterly or Annual plans</a:t>
            </a:r>
            <a:endParaRPr lang="en-US" dirty="0">
              <a:solidFill>
                <a:schemeClr val="tx1"/>
              </a:solidFill>
            </a:endParaRPr>
          </a:p>
          <a:p>
            <a:pPr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leads churn with 16 churned customers; Hyderabad has the highest rate (30 churned)</a:t>
            </a:r>
            <a:endParaRPr lang="en-US" dirty="0">
              <a:solidFill>
                <a:schemeClr val="tx1"/>
              </a:solidFill>
            </a:endParaRPr>
          </a:p>
          <a:p>
            <a:pPr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score strongly correlates with elevated churn — targeting score &lt;30 is critical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831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2BF8-71BC-D822-2AD6-CDCCB83C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0F49-32D0-021B-E90B-6AA1753D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13349"/>
            <a:ext cx="10353762" cy="4735026"/>
          </a:xfrm>
        </p:spPr>
        <p:txBody>
          <a:bodyPr>
            <a:normAutofit lnSpcReduction="10000"/>
          </a:bodyPr>
          <a:lstStyle/>
          <a:p>
            <a:pPr lvl="1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Upgrade Incentives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15–20% discount on Annual plans to Monthly subscribers at risk.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Re-Engagement Email Campaigns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3-email drip for users with engagement score 30–50. Include curated box previews and 'We miss you' offers.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Loyalty Program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Points-based rewards for unboxing reviews, referrals, and consecutive months. Gamification lifts engagement scores.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Customer Success –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CS reps to monitor accounts crossing 60% churn probability. One personal check-in call or offer mail can reduces churn.</a:t>
            </a:r>
          </a:p>
          <a:p>
            <a:pPr lvl="1"/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City-specific campaigns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Focus city-specific campaigns on Hyderabad, Chennai &amp; Lucknow (highest churn rates)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33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80AA-B572-2614-143A-E5F3380A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Projected Impacts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0966-2ED0-E570-E125-1086EB421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 to &lt;12%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₹5L+ revenue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avg engagement to 70+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annual plan adoption by 15%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165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0817-287D-78EE-74D9-16125FE7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71737"/>
            <a:ext cx="10353762" cy="1914525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178714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87</TotalTime>
  <Words>562</Words>
  <Application>Microsoft Office PowerPoint</Application>
  <PresentationFormat>Widescreen</PresentationFormat>
  <Paragraphs>58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Calisto MT</vt:lpstr>
      <vt:lpstr>Cambria</vt:lpstr>
      <vt:lpstr>Wingdings 2</vt:lpstr>
      <vt:lpstr>Slate</vt:lpstr>
      <vt:lpstr>Boxify  Churn Analysis </vt:lpstr>
      <vt:lpstr>BUSINESS PROBLEM &amp; OBJECTIVES </vt:lpstr>
      <vt:lpstr>Strategic Objectives</vt:lpstr>
      <vt:lpstr>Dataset Given</vt:lpstr>
      <vt:lpstr>DATASET AFTER CALCULATED COLUMNS</vt:lpstr>
      <vt:lpstr>KPI OVERVIEW</vt:lpstr>
      <vt:lpstr>WHICH SEGMENTS CHURN THE MOST</vt:lpstr>
      <vt:lpstr>CHURN BY LOCATION – GEOGRAPHIC HOTSPOTS</vt:lpstr>
      <vt:lpstr>ENGAGEMENT LEVEL vs CHURN CORRELATION</vt:lpstr>
      <vt:lpstr>PREDICTING POTENTIAL CHURNERS</vt:lpstr>
      <vt:lpstr>KEY INSIGHTS &amp; HIDDEN TRENDS</vt:lpstr>
      <vt:lpstr>RECOMMENDATIONS </vt:lpstr>
      <vt:lpstr>Projected Impacts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Bansal</dc:creator>
  <cp:lastModifiedBy>Rishabh Bansal</cp:lastModifiedBy>
  <cp:revision>1</cp:revision>
  <dcterms:created xsi:type="dcterms:W3CDTF">2026-06-12T20:29:09Z</dcterms:created>
  <dcterms:modified xsi:type="dcterms:W3CDTF">2026-06-12T21:58:47Z</dcterms:modified>
</cp:coreProperties>
</file>