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36" autoAdjust="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Bansal" userId="220a92e5ce521e48" providerId="LiveId" clId="{DAFB2A7F-2030-4659-B87D-1C1B1668B24C}"/>
    <pc:docChg chg="undo custSel addSld modSld sldOrd">
      <pc:chgData name="Rishabh Bansal" userId="220a92e5ce521e48" providerId="LiveId" clId="{DAFB2A7F-2030-4659-B87D-1C1B1668B24C}" dt="2026-06-12T21:15:43.278" v="1285" actId="20577"/>
      <pc:docMkLst>
        <pc:docMk/>
      </pc:docMkLst>
      <pc:sldChg chg="modSp new mod">
        <pc:chgData name="Rishabh Bansal" userId="220a92e5ce521e48" providerId="LiveId" clId="{DAFB2A7F-2030-4659-B87D-1C1B1668B24C}" dt="2026-06-12T20:32:51.888" v="129" actId="20577"/>
        <pc:sldMkLst>
          <pc:docMk/>
          <pc:sldMk cId="3722632192" sldId="256"/>
        </pc:sldMkLst>
        <pc:spChg chg="mod">
          <ac:chgData name="Rishabh Bansal" userId="220a92e5ce521e48" providerId="LiveId" clId="{DAFB2A7F-2030-4659-B87D-1C1B1668B24C}" dt="2026-06-12T20:32:20.096" v="42" actId="403"/>
          <ac:spMkLst>
            <pc:docMk/>
            <pc:sldMk cId="3722632192" sldId="256"/>
            <ac:spMk id="2" creationId="{53BD4DE3-0B91-29F8-BC59-05A8BDE52D8B}"/>
          </ac:spMkLst>
        </pc:spChg>
        <pc:spChg chg="mod">
          <ac:chgData name="Rishabh Bansal" userId="220a92e5ce521e48" providerId="LiveId" clId="{DAFB2A7F-2030-4659-B87D-1C1B1668B24C}" dt="2026-06-12T20:32:51.888" v="129" actId="20577"/>
          <ac:spMkLst>
            <pc:docMk/>
            <pc:sldMk cId="3722632192" sldId="256"/>
            <ac:spMk id="3" creationId="{956C7056-CE7A-FDDC-9626-ABC9E3EACADD}"/>
          </ac:spMkLst>
        </pc:spChg>
      </pc:sldChg>
      <pc:sldChg chg="addSp modSp new mod">
        <pc:chgData name="Rishabh Bansal" userId="220a92e5ce521e48" providerId="LiveId" clId="{DAFB2A7F-2030-4659-B87D-1C1B1668B24C}" dt="2026-06-12T20:36:01.494" v="190" actId="1076"/>
        <pc:sldMkLst>
          <pc:docMk/>
          <pc:sldMk cId="1666840683" sldId="257"/>
        </pc:sldMkLst>
        <pc:spChg chg="mod">
          <ac:chgData name="Rishabh Bansal" userId="220a92e5ce521e48" providerId="LiveId" clId="{DAFB2A7F-2030-4659-B87D-1C1B1668B24C}" dt="2026-06-12T20:33:13.212" v="131" actId="27636"/>
          <ac:spMkLst>
            <pc:docMk/>
            <pc:sldMk cId="1666840683" sldId="257"/>
            <ac:spMk id="2" creationId="{366A3825-44B3-E253-16E9-1976AC8A7855}"/>
          </ac:spMkLst>
        </pc:spChg>
        <pc:spChg chg="mod">
          <ac:chgData name="Rishabh Bansal" userId="220a92e5ce521e48" providerId="LiveId" clId="{DAFB2A7F-2030-4659-B87D-1C1B1668B24C}" dt="2026-06-12T20:35:43.011" v="185" actId="1076"/>
          <ac:spMkLst>
            <pc:docMk/>
            <pc:sldMk cId="1666840683" sldId="257"/>
            <ac:spMk id="3" creationId="{D7C15058-FE69-653C-A0FA-1F6B3C93B282}"/>
          </ac:spMkLst>
        </pc:spChg>
        <pc:spChg chg="add mod">
          <ac:chgData name="Rishabh Bansal" userId="220a92e5ce521e48" providerId="LiveId" clId="{DAFB2A7F-2030-4659-B87D-1C1B1668B24C}" dt="2026-06-12T20:36:01.494" v="190" actId="1076"/>
          <ac:spMkLst>
            <pc:docMk/>
            <pc:sldMk cId="1666840683" sldId="257"/>
            <ac:spMk id="4" creationId="{A1D902C5-A052-0EE9-BC9F-FC355518BBF2}"/>
          </ac:spMkLst>
        </pc:spChg>
      </pc:sldChg>
      <pc:sldChg chg="modSp new mod">
        <pc:chgData name="Rishabh Bansal" userId="220a92e5ce521e48" providerId="LiveId" clId="{DAFB2A7F-2030-4659-B87D-1C1B1668B24C}" dt="2026-06-12T21:15:26.092" v="1253" actId="207"/>
        <pc:sldMkLst>
          <pc:docMk/>
          <pc:sldMk cId="1225005085" sldId="258"/>
        </pc:sldMkLst>
        <pc:spChg chg="mod">
          <ac:chgData name="Rishabh Bansal" userId="220a92e5ce521e48" providerId="LiveId" clId="{DAFB2A7F-2030-4659-B87D-1C1B1668B24C}" dt="2026-06-12T20:36:39.782" v="212" actId="20577"/>
          <ac:spMkLst>
            <pc:docMk/>
            <pc:sldMk cId="1225005085" sldId="258"/>
            <ac:spMk id="2" creationId="{F8E2D08A-8D26-4D9E-916A-913AB32382AC}"/>
          </ac:spMkLst>
        </pc:spChg>
        <pc:spChg chg="mod">
          <ac:chgData name="Rishabh Bansal" userId="220a92e5ce521e48" providerId="LiveId" clId="{DAFB2A7F-2030-4659-B87D-1C1B1668B24C}" dt="2026-06-12T21:15:26.092" v="1253" actId="207"/>
          <ac:spMkLst>
            <pc:docMk/>
            <pc:sldMk cId="1225005085" sldId="258"/>
            <ac:spMk id="3" creationId="{87F4E226-16B4-7986-EE40-AF2F7BAF5A1B}"/>
          </ac:spMkLst>
        </pc:spChg>
      </pc:sldChg>
      <pc:sldChg chg="addSp delSp modSp new mod">
        <pc:chgData name="Rishabh Bansal" userId="220a92e5ce521e48" providerId="LiveId" clId="{DAFB2A7F-2030-4659-B87D-1C1B1668B24C}" dt="2026-06-12T20:39:21.072" v="296" actId="1076"/>
        <pc:sldMkLst>
          <pc:docMk/>
          <pc:sldMk cId="823882617" sldId="259"/>
        </pc:sldMkLst>
        <pc:spChg chg="mod">
          <ac:chgData name="Rishabh Bansal" userId="220a92e5ce521e48" providerId="LiveId" clId="{DAFB2A7F-2030-4659-B87D-1C1B1668B24C}" dt="2026-06-12T20:39:15.691" v="294" actId="120"/>
          <ac:spMkLst>
            <pc:docMk/>
            <pc:sldMk cId="823882617" sldId="259"/>
            <ac:spMk id="2" creationId="{9EE6095C-7F6B-EA31-C9CE-D50B2588D0DC}"/>
          </ac:spMkLst>
        </pc:spChg>
        <pc:spChg chg="del">
          <ac:chgData name="Rishabh Bansal" userId="220a92e5ce521e48" providerId="LiveId" clId="{DAFB2A7F-2030-4659-B87D-1C1B1668B24C}" dt="2026-06-12T20:38:17.635" v="246" actId="22"/>
          <ac:spMkLst>
            <pc:docMk/>
            <pc:sldMk cId="823882617" sldId="259"/>
            <ac:spMk id="3" creationId="{988EE160-963D-8833-8B70-53B3B4A8DEAA}"/>
          </ac:spMkLst>
        </pc:spChg>
        <pc:spChg chg="add mod">
          <ac:chgData name="Rishabh Bansal" userId="220a92e5ce521e48" providerId="LiveId" clId="{DAFB2A7F-2030-4659-B87D-1C1B1668B24C}" dt="2026-06-12T20:39:05.383" v="292" actId="1076"/>
          <ac:spMkLst>
            <pc:docMk/>
            <pc:sldMk cId="823882617" sldId="259"/>
            <ac:spMk id="6" creationId="{4821A935-A213-A95B-D031-84AF1C6F655E}"/>
          </ac:spMkLst>
        </pc:spChg>
        <pc:picChg chg="add mod">
          <ac:chgData name="Rishabh Bansal" userId="220a92e5ce521e48" providerId="LiveId" clId="{DAFB2A7F-2030-4659-B87D-1C1B1668B24C}" dt="2026-06-12T20:39:21.072" v="296" actId="1076"/>
          <ac:picMkLst>
            <pc:docMk/>
            <pc:sldMk cId="823882617" sldId="259"/>
            <ac:picMk id="5" creationId="{FE0A264E-FFBF-6194-2C15-4AAFE65D5F3C}"/>
          </ac:picMkLst>
        </pc:picChg>
      </pc:sldChg>
      <pc:sldChg chg="addSp delSp modSp new mod">
        <pc:chgData name="Rishabh Bansal" userId="220a92e5ce521e48" providerId="LiveId" clId="{DAFB2A7F-2030-4659-B87D-1C1B1668B24C}" dt="2026-06-12T21:15:43.278" v="1285" actId="20577"/>
        <pc:sldMkLst>
          <pc:docMk/>
          <pc:sldMk cId="2890682400" sldId="260"/>
        </pc:sldMkLst>
        <pc:spChg chg="mod">
          <ac:chgData name="Rishabh Bansal" userId="220a92e5ce521e48" providerId="LiveId" clId="{DAFB2A7F-2030-4659-B87D-1C1B1668B24C}" dt="2026-06-12T21:15:43.278" v="1285" actId="20577"/>
          <ac:spMkLst>
            <pc:docMk/>
            <pc:sldMk cId="2890682400" sldId="260"/>
            <ac:spMk id="2" creationId="{44063E82-8C74-FF42-6C1F-ECCD3CDCAE66}"/>
          </ac:spMkLst>
        </pc:spChg>
        <pc:spChg chg="del">
          <ac:chgData name="Rishabh Bansal" userId="220a92e5ce521e48" providerId="LiveId" clId="{DAFB2A7F-2030-4659-B87D-1C1B1668B24C}" dt="2026-06-12T20:42:31.534" v="348" actId="478"/>
          <ac:spMkLst>
            <pc:docMk/>
            <pc:sldMk cId="2890682400" sldId="260"/>
            <ac:spMk id="3" creationId="{E0B441EB-5F49-D3E6-3CEF-2C92F137663C}"/>
          </ac:spMkLst>
        </pc:spChg>
        <pc:picChg chg="add mod">
          <ac:chgData name="Rishabh Bansal" userId="220a92e5ce521e48" providerId="LiveId" clId="{DAFB2A7F-2030-4659-B87D-1C1B1668B24C}" dt="2026-06-12T20:42:34.845" v="349" actId="14100"/>
          <ac:picMkLst>
            <pc:docMk/>
            <pc:sldMk cId="2890682400" sldId="260"/>
            <ac:picMk id="5" creationId="{5936F7FD-94DC-3C90-EB44-8FC571516133}"/>
          </ac:picMkLst>
        </pc:picChg>
      </pc:sldChg>
      <pc:sldChg chg="addSp delSp modSp new mod">
        <pc:chgData name="Rishabh Bansal" userId="220a92e5ce521e48" providerId="LiveId" clId="{DAFB2A7F-2030-4659-B87D-1C1B1668B24C}" dt="2026-06-12T20:51:30.730" v="464" actId="14100"/>
        <pc:sldMkLst>
          <pc:docMk/>
          <pc:sldMk cId="3283591986" sldId="261"/>
        </pc:sldMkLst>
        <pc:spChg chg="mod">
          <ac:chgData name="Rishabh Bansal" userId="220a92e5ce521e48" providerId="LiveId" clId="{DAFB2A7F-2030-4659-B87D-1C1B1668B24C}" dt="2026-06-12T20:43:18.626" v="354" actId="27636"/>
          <ac:spMkLst>
            <pc:docMk/>
            <pc:sldMk cId="3283591986" sldId="261"/>
            <ac:spMk id="2" creationId="{6145FCFC-0D56-999C-66C8-20A394C5D8EE}"/>
          </ac:spMkLst>
        </pc:spChg>
        <pc:spChg chg="del">
          <ac:chgData name="Rishabh Bansal" userId="220a92e5ce521e48" providerId="LiveId" clId="{DAFB2A7F-2030-4659-B87D-1C1B1668B24C}" dt="2026-06-12T20:43:42.674" v="356"/>
          <ac:spMkLst>
            <pc:docMk/>
            <pc:sldMk cId="3283591986" sldId="261"/>
            <ac:spMk id="3" creationId="{1A12A97B-2FA7-DD9F-59B6-836B02045E13}"/>
          </ac:spMkLst>
        </pc:spChg>
        <pc:picChg chg="add mod ord modCrop">
          <ac:chgData name="Rishabh Bansal" userId="220a92e5ce521e48" providerId="LiveId" clId="{DAFB2A7F-2030-4659-B87D-1C1B1668B24C}" dt="2026-06-12T20:51:30.730" v="464" actId="14100"/>
          <ac:picMkLst>
            <pc:docMk/>
            <pc:sldMk cId="3283591986" sldId="261"/>
            <ac:picMk id="5" creationId="{9BE3BEA6-18BB-105F-BA3A-F7146FC44B07}"/>
          </ac:picMkLst>
        </pc:picChg>
        <pc:picChg chg="add mod modCrop">
          <ac:chgData name="Rishabh Bansal" userId="220a92e5ce521e48" providerId="LiveId" clId="{DAFB2A7F-2030-4659-B87D-1C1B1668B24C}" dt="2026-06-12T20:47:37.090" v="390" actId="14100"/>
          <ac:picMkLst>
            <pc:docMk/>
            <pc:sldMk cId="3283591986" sldId="261"/>
            <ac:picMk id="7" creationId="{1D829D33-457B-B9C2-08EA-0855087E924C}"/>
          </ac:picMkLst>
        </pc:picChg>
        <pc:picChg chg="add mod modCrop">
          <ac:chgData name="Rishabh Bansal" userId="220a92e5ce521e48" providerId="LiveId" clId="{DAFB2A7F-2030-4659-B87D-1C1B1668B24C}" dt="2026-06-12T20:48:02.748" v="395" actId="14100"/>
          <ac:picMkLst>
            <pc:docMk/>
            <pc:sldMk cId="3283591986" sldId="261"/>
            <ac:picMk id="9" creationId="{15377DE8-A5A0-84C2-6CDF-0BEBA05E41EF}"/>
          </ac:picMkLst>
        </pc:picChg>
      </pc:sldChg>
      <pc:sldChg chg="addSp delSp modSp add mod">
        <pc:chgData name="Rishabh Bansal" userId="220a92e5ce521e48" providerId="LiveId" clId="{DAFB2A7F-2030-4659-B87D-1C1B1668B24C}" dt="2026-06-12T20:54:02.871" v="563" actId="27636"/>
        <pc:sldMkLst>
          <pc:docMk/>
          <pc:sldMk cId="146594352" sldId="262"/>
        </pc:sldMkLst>
        <pc:spChg chg="mod">
          <ac:chgData name="Rishabh Bansal" userId="220a92e5ce521e48" providerId="LiveId" clId="{DAFB2A7F-2030-4659-B87D-1C1B1668B24C}" dt="2026-06-12T20:49:11.717" v="437" actId="20577"/>
          <ac:spMkLst>
            <pc:docMk/>
            <pc:sldMk cId="146594352" sldId="262"/>
            <ac:spMk id="2" creationId="{D9DE4924-A883-E85F-924F-0CBBC290876C}"/>
          </ac:spMkLst>
        </pc:spChg>
        <pc:spChg chg="add del mod">
          <ac:chgData name="Rishabh Bansal" userId="220a92e5ce521e48" providerId="LiveId" clId="{DAFB2A7F-2030-4659-B87D-1C1B1668B24C}" dt="2026-06-12T20:48:59.829" v="404" actId="478"/>
          <ac:spMkLst>
            <pc:docMk/>
            <pc:sldMk cId="146594352" sldId="262"/>
            <ac:spMk id="4" creationId="{A832B24C-A360-B66D-8160-035901B24F77}"/>
          </ac:spMkLst>
        </pc:spChg>
        <pc:spChg chg="add mod">
          <ac:chgData name="Rishabh Bansal" userId="220a92e5ce521e48" providerId="LiveId" clId="{DAFB2A7F-2030-4659-B87D-1C1B1668B24C}" dt="2026-06-12T20:54:02.871" v="563" actId="27636"/>
          <ac:spMkLst>
            <pc:docMk/>
            <pc:sldMk cId="146594352" sldId="262"/>
            <ac:spMk id="10" creationId="{8FB87341-644E-3132-1BA3-4945D15983B4}"/>
          </ac:spMkLst>
        </pc:spChg>
        <pc:picChg chg="del">
          <ac:chgData name="Rishabh Bansal" userId="220a92e5ce521e48" providerId="LiveId" clId="{DAFB2A7F-2030-4659-B87D-1C1B1668B24C}" dt="2026-06-12T20:48:56.265" v="403" actId="478"/>
          <ac:picMkLst>
            <pc:docMk/>
            <pc:sldMk cId="146594352" sldId="262"/>
            <ac:picMk id="5" creationId="{2D9E6C39-8EFD-B3B5-037B-66E0D14800C3}"/>
          </ac:picMkLst>
        </pc:picChg>
        <pc:picChg chg="del">
          <ac:chgData name="Rishabh Bansal" userId="220a92e5ce521e48" providerId="LiveId" clId="{DAFB2A7F-2030-4659-B87D-1C1B1668B24C}" dt="2026-06-12T20:48:54.853" v="402" actId="478"/>
          <ac:picMkLst>
            <pc:docMk/>
            <pc:sldMk cId="146594352" sldId="262"/>
            <ac:picMk id="7" creationId="{C8F3B04B-95F1-30D1-08B3-0E5E3819F3D4}"/>
          </ac:picMkLst>
        </pc:picChg>
        <pc:picChg chg="add mod modCrop">
          <ac:chgData name="Rishabh Bansal" userId="220a92e5ce521e48" providerId="LiveId" clId="{DAFB2A7F-2030-4659-B87D-1C1B1668B24C}" dt="2026-06-12T20:49:37.004" v="445" actId="1076"/>
          <ac:picMkLst>
            <pc:docMk/>
            <pc:sldMk cId="146594352" sldId="262"/>
            <ac:picMk id="8" creationId="{523C830C-6355-DA77-C7F4-E5CA89E71F03}"/>
          </ac:picMkLst>
        </pc:picChg>
        <pc:picChg chg="mod modCrop">
          <ac:chgData name="Rishabh Bansal" userId="220a92e5ce521e48" providerId="LiveId" clId="{DAFB2A7F-2030-4659-B87D-1C1B1668B24C}" dt="2026-06-12T20:49:35.829" v="444" actId="1076"/>
          <ac:picMkLst>
            <pc:docMk/>
            <pc:sldMk cId="146594352" sldId="262"/>
            <ac:picMk id="9" creationId="{CF658DF9-3F1C-4ECA-2539-CADCD9984634}"/>
          </ac:picMkLst>
        </pc:picChg>
      </pc:sldChg>
      <pc:sldChg chg="addSp delSp modSp new mod">
        <pc:chgData name="Rishabh Bansal" userId="220a92e5ce521e48" providerId="LiveId" clId="{DAFB2A7F-2030-4659-B87D-1C1B1668B24C}" dt="2026-06-12T20:54:33.855" v="567" actId="20577"/>
        <pc:sldMkLst>
          <pc:docMk/>
          <pc:sldMk cId="765090189" sldId="263"/>
        </pc:sldMkLst>
        <pc:spChg chg="mod">
          <ac:chgData name="Rishabh Bansal" userId="220a92e5ce521e48" providerId="LiveId" clId="{DAFB2A7F-2030-4659-B87D-1C1B1668B24C}" dt="2026-06-12T20:54:12.187" v="565" actId="1076"/>
          <ac:spMkLst>
            <pc:docMk/>
            <pc:sldMk cId="765090189" sldId="263"/>
            <ac:spMk id="2" creationId="{9D5F264B-E457-DD17-3607-DA7CD9A8A10A}"/>
          </ac:spMkLst>
        </pc:spChg>
        <pc:spChg chg="del">
          <ac:chgData name="Rishabh Bansal" userId="220a92e5ce521e48" providerId="LiveId" clId="{DAFB2A7F-2030-4659-B87D-1C1B1668B24C}" dt="2026-06-12T20:51:59.882" v="468" actId="478"/>
          <ac:spMkLst>
            <pc:docMk/>
            <pc:sldMk cId="765090189" sldId="263"/>
            <ac:spMk id="3" creationId="{2E802346-B65E-C8BF-4CE0-76E67DB417BC}"/>
          </ac:spMkLst>
        </pc:spChg>
        <pc:spChg chg="add mod">
          <ac:chgData name="Rishabh Bansal" userId="220a92e5ce521e48" providerId="LiveId" clId="{DAFB2A7F-2030-4659-B87D-1C1B1668B24C}" dt="2026-06-12T20:54:33.855" v="567" actId="20577"/>
          <ac:spMkLst>
            <pc:docMk/>
            <pc:sldMk cId="765090189" sldId="263"/>
            <ac:spMk id="6" creationId="{072B9E6A-FE83-023A-BC7C-9DD593487899}"/>
          </ac:spMkLst>
        </pc:spChg>
        <pc:picChg chg="add mod">
          <ac:chgData name="Rishabh Bansal" userId="220a92e5ce521e48" providerId="LiveId" clId="{DAFB2A7F-2030-4659-B87D-1C1B1668B24C}" dt="2026-06-12T20:54:09.436" v="564" actId="1076"/>
          <ac:picMkLst>
            <pc:docMk/>
            <pc:sldMk cId="765090189" sldId="263"/>
            <ac:picMk id="5" creationId="{E1BEDB2B-78C6-4DA7-C9C3-6B141966950B}"/>
          </ac:picMkLst>
        </pc:picChg>
      </pc:sldChg>
      <pc:sldChg chg="addSp delSp modSp new mod">
        <pc:chgData name="Rishabh Bansal" userId="220a92e5ce521e48" providerId="LiveId" clId="{DAFB2A7F-2030-4659-B87D-1C1B1668B24C}" dt="2026-06-12T21:00:44.712" v="808" actId="20577"/>
        <pc:sldMkLst>
          <pc:docMk/>
          <pc:sldMk cId="1538107007" sldId="264"/>
        </pc:sldMkLst>
        <pc:spChg chg="mod">
          <ac:chgData name="Rishabh Bansal" userId="220a92e5ce521e48" providerId="LiveId" clId="{DAFB2A7F-2030-4659-B87D-1C1B1668B24C}" dt="2026-06-12T20:55:12.725" v="569" actId="27636"/>
          <ac:spMkLst>
            <pc:docMk/>
            <pc:sldMk cId="1538107007" sldId="264"/>
            <ac:spMk id="2" creationId="{D964B2CE-4713-73A8-2D88-8DB65ABAF45A}"/>
          </ac:spMkLst>
        </pc:spChg>
        <pc:spChg chg="del">
          <ac:chgData name="Rishabh Bansal" userId="220a92e5ce521e48" providerId="LiveId" clId="{DAFB2A7F-2030-4659-B87D-1C1B1668B24C}" dt="2026-06-12T20:55:15.568" v="570" actId="478"/>
          <ac:spMkLst>
            <pc:docMk/>
            <pc:sldMk cId="1538107007" sldId="264"/>
            <ac:spMk id="3" creationId="{30B83ADC-84CC-92C0-1EF9-F4A22A83899F}"/>
          </ac:spMkLst>
        </pc:spChg>
        <pc:spChg chg="add mod">
          <ac:chgData name="Rishabh Bansal" userId="220a92e5ce521e48" providerId="LiveId" clId="{DAFB2A7F-2030-4659-B87D-1C1B1668B24C}" dt="2026-06-12T21:00:44.712" v="808" actId="20577"/>
          <ac:spMkLst>
            <pc:docMk/>
            <pc:sldMk cId="1538107007" sldId="264"/>
            <ac:spMk id="8" creationId="{6EB956E4-1377-C7D8-2BFD-519B6B4E0D4B}"/>
          </ac:spMkLst>
        </pc:spChg>
        <pc:picChg chg="add del mod">
          <ac:chgData name="Rishabh Bansal" userId="220a92e5ce521e48" providerId="LiveId" clId="{DAFB2A7F-2030-4659-B87D-1C1B1668B24C}" dt="2026-06-12T20:55:33.407" v="573" actId="478"/>
          <ac:picMkLst>
            <pc:docMk/>
            <pc:sldMk cId="1538107007" sldId="264"/>
            <ac:picMk id="5" creationId="{08209001-87AC-9859-530A-7648E2DC789C}"/>
          </ac:picMkLst>
        </pc:picChg>
        <pc:picChg chg="add mod modCrop">
          <ac:chgData name="Rishabh Bansal" userId="220a92e5ce521e48" providerId="LiveId" clId="{DAFB2A7F-2030-4659-B87D-1C1B1668B24C}" dt="2026-06-12T20:56:17.799" v="578" actId="1076"/>
          <ac:picMkLst>
            <pc:docMk/>
            <pc:sldMk cId="1538107007" sldId="264"/>
            <ac:picMk id="7" creationId="{C8965D2C-B600-C256-27A2-1D4F6C8E6779}"/>
          </ac:picMkLst>
        </pc:picChg>
      </pc:sldChg>
      <pc:sldChg chg="addSp modSp new mod ord">
        <pc:chgData name="Rishabh Bansal" userId="220a92e5ce521e48" providerId="LiveId" clId="{DAFB2A7F-2030-4659-B87D-1C1B1668B24C}" dt="2026-06-12T21:07:54.631" v="973" actId="113"/>
        <pc:sldMkLst>
          <pc:docMk/>
          <pc:sldMk cId="1512712566" sldId="265"/>
        </pc:sldMkLst>
        <pc:spChg chg="mod">
          <ac:chgData name="Rishabh Bansal" userId="220a92e5ce521e48" providerId="LiveId" clId="{DAFB2A7F-2030-4659-B87D-1C1B1668B24C}" dt="2026-06-12T21:05:38.658" v="932"/>
          <ac:spMkLst>
            <pc:docMk/>
            <pc:sldMk cId="1512712566" sldId="265"/>
            <ac:spMk id="2" creationId="{5A33649B-F5EC-4B85-6BAE-3D668A8717A1}"/>
          </ac:spMkLst>
        </pc:spChg>
        <pc:spChg chg="mod">
          <ac:chgData name="Rishabh Bansal" userId="220a92e5ce521e48" providerId="LiveId" clId="{DAFB2A7F-2030-4659-B87D-1C1B1668B24C}" dt="2026-06-12T21:07:54.631" v="973" actId="113"/>
          <ac:spMkLst>
            <pc:docMk/>
            <pc:sldMk cId="1512712566" sldId="265"/>
            <ac:spMk id="3" creationId="{68DF7B1D-39DF-6ECB-FFF6-DD1E380BC798}"/>
          </ac:spMkLst>
        </pc:spChg>
        <pc:picChg chg="add mod modCrop">
          <ac:chgData name="Rishabh Bansal" userId="220a92e5ce521e48" providerId="LiveId" clId="{DAFB2A7F-2030-4659-B87D-1C1B1668B24C}" dt="2026-06-12T21:05:31.263" v="931" actId="1076"/>
          <ac:picMkLst>
            <pc:docMk/>
            <pc:sldMk cId="1512712566" sldId="265"/>
            <ac:picMk id="5" creationId="{8959AEE3-AE69-96AE-C7C2-7E4154983641}"/>
          </ac:picMkLst>
        </pc:picChg>
      </pc:sldChg>
      <pc:sldChg chg="modSp new mod">
        <pc:chgData name="Rishabh Bansal" userId="220a92e5ce521e48" providerId="LiveId" clId="{DAFB2A7F-2030-4659-B87D-1C1B1668B24C}" dt="2026-06-12T21:14:41.806" v="1252" actId="20577"/>
        <pc:sldMkLst>
          <pc:docMk/>
          <pc:sldMk cId="2234831212" sldId="266"/>
        </pc:sldMkLst>
        <pc:spChg chg="mod">
          <ac:chgData name="Rishabh Bansal" userId="220a92e5ce521e48" providerId="LiveId" clId="{DAFB2A7F-2030-4659-B87D-1C1B1668B24C}" dt="2026-06-12T21:05:58.925" v="939" actId="27636"/>
          <ac:spMkLst>
            <pc:docMk/>
            <pc:sldMk cId="2234831212" sldId="266"/>
            <ac:spMk id="2" creationId="{5CA69542-23E5-6401-A088-26C9A23BCB0A}"/>
          </ac:spMkLst>
        </pc:spChg>
        <pc:spChg chg="mod">
          <ac:chgData name="Rishabh Bansal" userId="220a92e5ce521e48" providerId="LiveId" clId="{DAFB2A7F-2030-4659-B87D-1C1B1668B24C}" dt="2026-06-12T21:14:41.806" v="1252" actId="20577"/>
          <ac:spMkLst>
            <pc:docMk/>
            <pc:sldMk cId="2234831212" sldId="266"/>
            <ac:spMk id="3" creationId="{3B6E25F0-ABCD-6569-B07E-2C9B83DDA739}"/>
          </ac:spMkLst>
        </pc:spChg>
      </pc:sldChg>
      <pc:sldChg chg="modSp new mod">
        <pc:chgData name="Rishabh Bansal" userId="220a92e5ce521e48" providerId="LiveId" clId="{DAFB2A7F-2030-4659-B87D-1C1B1668B24C}" dt="2026-06-12T21:12:21.467" v="1166" actId="207"/>
        <pc:sldMkLst>
          <pc:docMk/>
          <pc:sldMk cId="2927332822" sldId="267"/>
        </pc:sldMkLst>
        <pc:spChg chg="mod">
          <ac:chgData name="Rishabh Bansal" userId="220a92e5ce521e48" providerId="LiveId" clId="{DAFB2A7F-2030-4659-B87D-1C1B1668B24C}" dt="2026-06-12T21:09:03.460" v="1018" actId="27636"/>
          <ac:spMkLst>
            <pc:docMk/>
            <pc:sldMk cId="2927332822" sldId="267"/>
            <ac:spMk id="2" creationId="{42132BF8-71BC-D822-2AD6-CDCCB83C5E65}"/>
          </ac:spMkLst>
        </pc:spChg>
        <pc:spChg chg="mod">
          <ac:chgData name="Rishabh Bansal" userId="220a92e5ce521e48" providerId="LiveId" clId="{DAFB2A7F-2030-4659-B87D-1C1B1668B24C}" dt="2026-06-12T21:12:21.467" v="1166" actId="207"/>
          <ac:spMkLst>
            <pc:docMk/>
            <pc:sldMk cId="2927332822" sldId="267"/>
            <ac:spMk id="3" creationId="{8AF20F49-32D0-021B-E90B-6AA1753DB7A1}"/>
          </ac:spMkLst>
        </pc:spChg>
      </pc:sldChg>
      <pc:sldChg chg="modSp new mod">
        <pc:chgData name="Rishabh Bansal" userId="220a92e5ce521e48" providerId="LiveId" clId="{DAFB2A7F-2030-4659-B87D-1C1B1668B24C}" dt="2026-06-12T21:13:26.280" v="1205" actId="122"/>
        <pc:sldMkLst>
          <pc:docMk/>
          <pc:sldMk cId="1294165107" sldId="268"/>
        </pc:sldMkLst>
        <pc:spChg chg="mod">
          <ac:chgData name="Rishabh Bansal" userId="220a92e5ce521e48" providerId="LiveId" clId="{DAFB2A7F-2030-4659-B87D-1C1B1668B24C}" dt="2026-06-12T21:13:01.884" v="1198" actId="20577"/>
          <ac:spMkLst>
            <pc:docMk/>
            <pc:sldMk cId="1294165107" sldId="268"/>
            <ac:spMk id="2" creationId="{F04880AA-B572-2614-143A-E5F3380AE072}"/>
          </ac:spMkLst>
        </pc:spChg>
        <pc:spChg chg="mod">
          <ac:chgData name="Rishabh Bansal" userId="220a92e5ce521e48" providerId="LiveId" clId="{DAFB2A7F-2030-4659-B87D-1C1B1668B24C}" dt="2026-06-12T21:13:26.280" v="1205" actId="122"/>
          <ac:spMkLst>
            <pc:docMk/>
            <pc:sldMk cId="1294165107" sldId="268"/>
            <ac:spMk id="3" creationId="{049B0966-2ED0-E570-E125-1086EB421F77}"/>
          </ac:spMkLst>
        </pc:spChg>
      </pc:sldChg>
      <pc:sldChg chg="addSp delSp modSp new mod">
        <pc:chgData name="Rishabh Bansal" userId="220a92e5ce521e48" providerId="LiveId" clId="{DAFB2A7F-2030-4659-B87D-1C1B1668B24C}" dt="2026-06-12T21:13:57.628" v="1236" actId="20577"/>
        <pc:sldMkLst>
          <pc:docMk/>
          <pc:sldMk cId="1178714214" sldId="269"/>
        </pc:sldMkLst>
        <pc:spChg chg="mod">
          <ac:chgData name="Rishabh Bansal" userId="220a92e5ce521e48" providerId="LiveId" clId="{DAFB2A7F-2030-4659-B87D-1C1B1668B24C}" dt="2026-06-12T21:13:57.628" v="1236" actId="20577"/>
          <ac:spMkLst>
            <pc:docMk/>
            <pc:sldMk cId="1178714214" sldId="269"/>
            <ac:spMk id="2" creationId="{98D90817-287D-78EE-74D9-16125FE7B1C1}"/>
          </ac:spMkLst>
        </pc:spChg>
        <pc:spChg chg="del mod">
          <ac:chgData name="Rishabh Bansal" userId="220a92e5ce521e48" providerId="LiveId" clId="{DAFB2A7F-2030-4659-B87D-1C1B1668B24C}" dt="2026-06-12T21:13:37.088" v="1212" actId="478"/>
          <ac:spMkLst>
            <pc:docMk/>
            <pc:sldMk cId="1178714214" sldId="269"/>
            <ac:spMk id="3" creationId="{888DD5D3-4A79-79D7-DA3C-E56614CAD41D}"/>
          </ac:spMkLst>
        </pc:spChg>
        <pc:spChg chg="add del mod">
          <ac:chgData name="Rishabh Bansal" userId="220a92e5ce521e48" providerId="LiveId" clId="{DAFB2A7F-2030-4659-B87D-1C1B1668B24C}" dt="2026-06-12T21:13:43.771" v="1225" actId="478"/>
          <ac:spMkLst>
            <pc:docMk/>
            <pc:sldMk cId="1178714214" sldId="269"/>
            <ac:spMk id="5" creationId="{44A573A5-7341-8EBB-1F19-7C5D392C88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ECAC3-D7F4-44E5-A6BF-0C5CE5FB1EE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14845-1FFA-44A7-B9FC-22F35FFEF2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0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4845-1FFA-44A7-B9FC-22F35FFEF29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15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4845-1FFA-44A7-B9FC-22F35FFEF29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657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26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19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6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194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40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70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7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60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3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7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25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9628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44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03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34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566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43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949D8AB-5D49-4427-8015-D27221D1B3E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BD0A51B-7A3E-46B3-B8BF-710BD0C7E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548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4DE3-0B91-29F8-BC59-05A8BDE52D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FASHIONWAVE</a:t>
            </a:r>
            <a:b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4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br>
              <a:rPr lang="en-US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C7056-CE7A-FDDC-9626-ABC9E3EACA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: Rishab Bansal</a:t>
            </a:r>
          </a:p>
          <a:p>
            <a:r>
              <a:rPr lang="en-US" dirty="0"/>
              <a:t>Data Analyst | Business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63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3825-44B3-E253-16E9-1976AC8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5058-FE69-653C-A0FA-1F6B3C93B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353" y="1732449"/>
            <a:ext cx="10353762" cy="1957235"/>
          </a:xfrm>
        </p:spPr>
        <p:txBody>
          <a:bodyPr/>
          <a:lstStyle/>
          <a:p>
            <a:pPr marL="36900" indent="0">
              <a:buNone/>
            </a:pPr>
            <a:r>
              <a:rPr lang="en-US" dirty="0"/>
              <a:t>	About </a:t>
            </a:r>
            <a:r>
              <a:rPr lang="en-US" dirty="0" err="1"/>
              <a:t>FashionWave</a:t>
            </a:r>
            <a:endParaRPr lang="en-US" dirty="0"/>
          </a:p>
          <a:p>
            <a:pPr marL="414000" lvl="1" indent="0">
              <a:buNone/>
            </a:pPr>
            <a:r>
              <a:rPr lang="en-US" dirty="0" err="1"/>
              <a:t>FashionWave</a:t>
            </a:r>
            <a:r>
              <a:rPr lang="en-US" dirty="0"/>
              <a:t> is a pan-India fashion retail chain operating 50 stores across major metros and Tier-2 cities. With annual revenues crossing ₹61M, the brand sells Clothing, Shoes, and Accessories across new and returning customer segments. Despite strong overall margins, the business faces structural challenges in weekend performance, discount optimization, and product-level profitability.</a:t>
            </a:r>
          </a:p>
          <a:p>
            <a:pPr marL="3690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D902C5-A052-0EE9-BC9F-FC355518BBF2}"/>
              </a:ext>
            </a:extLst>
          </p:cNvPr>
          <p:cNvSpPr txBox="1">
            <a:spLocks/>
          </p:cNvSpPr>
          <p:nvPr/>
        </p:nvSpPr>
        <p:spPr>
          <a:xfrm>
            <a:off x="633058" y="5357966"/>
            <a:ext cx="10353762" cy="89043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	Key Assumptions</a:t>
            </a:r>
          </a:p>
          <a:p>
            <a:pPr marL="414000" lvl="1" indent="0">
              <a:buNone/>
            </a:pPr>
            <a:r>
              <a:rPr lang="en-US" sz="1400" dirty="0"/>
              <a:t>All transactions are in INR  •  FY runs April–March  •  50 stores treated equally unless noted • Indian Locality and Geography</a:t>
            </a:r>
          </a:p>
          <a:p>
            <a:pPr marL="36900" indent="0">
              <a:buFont typeface="Wingdings 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84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D08A-8D26-4D9E-916A-913AB323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E226-16B4-7986-EE40-AF2F7BAF5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Weekend Sales</a:t>
            </a:r>
          </a:p>
          <a:p>
            <a:pPr marL="414000" lvl="1" indent="0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weekend revenue by 15% in the next quarter through targeted campaigns and promotions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Profitability</a:t>
            </a:r>
          </a:p>
          <a:p>
            <a:pPr marL="414000" lvl="1" indent="0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promote high-margin categories while reducing cost drag in low performers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Discounts</a:t>
            </a:r>
            <a:endParaRPr lang="en-US" dirty="0">
              <a:solidFill>
                <a:schemeClr val="tx1"/>
              </a:solidFill>
            </a:endParaRPr>
          </a:p>
          <a:p>
            <a:pPr marL="414000" lvl="1" indent="0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data-driven discount thresholds that protect margins while driving conversion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00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6095C-7F6B-EA31-C9CE-D50B2588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540782"/>
            <a:ext cx="2951747" cy="526319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Given</a:t>
            </a:r>
            <a:endParaRPr lang="en-IN" sz="2400" dirty="0"/>
          </a:p>
        </p:txBody>
      </p:sp>
      <p:pic>
        <p:nvPicPr>
          <p:cNvPr id="5" name="Content Placeholder 4" descr="image">
            <a:extLst>
              <a:ext uri="{FF2B5EF4-FFF2-40B4-BE49-F238E27FC236}">
                <a16:creationId xmlns:a16="http://schemas.microsoft.com/office/drawing/2014/main" id="{FE0A264E-FFBF-6194-2C15-4AAFE65D5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2321056"/>
            <a:ext cx="9204116" cy="42205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21A935-A213-A95B-D031-84AF1C6F655E}"/>
              </a:ext>
            </a:extLst>
          </p:cNvPr>
          <p:cNvSpPr txBox="1">
            <a:spLocks/>
          </p:cNvSpPr>
          <p:nvPr/>
        </p:nvSpPr>
        <p:spPr>
          <a:xfrm>
            <a:off x="745353" y="31637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88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3E82-8C74-FF42-6C1F-ECCD3CDC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AFTER CALCULATED COLUMNS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6F7FD-94DC-3C90-EB44-8FC571516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0" y="1443690"/>
            <a:ext cx="11285911" cy="495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8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FCFC-0D56-999C-66C8-20A394C5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3BEA6-18BB-105F-BA3A-F7146FC44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" t="14605" r="1208" b="70265"/>
          <a:stretch>
            <a:fillRect/>
          </a:stretch>
        </p:blipFill>
        <p:spPr>
          <a:xfrm>
            <a:off x="1292087" y="1390651"/>
            <a:ext cx="9601200" cy="8780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829D33-457B-B9C2-08EA-0855087E9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" t="32091" r="48721" b="28942"/>
          <a:stretch>
            <a:fillRect/>
          </a:stretch>
        </p:blipFill>
        <p:spPr>
          <a:xfrm>
            <a:off x="203533" y="2442258"/>
            <a:ext cx="6578267" cy="28492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377DE8-A5A0-84C2-6CDF-0BEBA05E41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49" t="29788" r="1401" b="35828"/>
          <a:stretch>
            <a:fillRect/>
          </a:stretch>
        </p:blipFill>
        <p:spPr>
          <a:xfrm>
            <a:off x="6959684" y="2442258"/>
            <a:ext cx="4679865" cy="287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91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78D56-62B0-7814-C48B-3AF0487F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4924-A883-E85F-924F-0CBBC290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ANALYSIS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658DF9-3F1C-4ECA-2539-CADCD9984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7" t="29219" r="65523" b="36397"/>
          <a:stretch>
            <a:fillRect/>
          </a:stretch>
        </p:blipFill>
        <p:spPr>
          <a:xfrm>
            <a:off x="6780779" y="1529106"/>
            <a:ext cx="4679865" cy="2873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3C830C-6355-DA77-C7F4-E5CA89E71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4" t="30170" r="33966" b="35446"/>
          <a:stretch>
            <a:fillRect/>
          </a:stretch>
        </p:blipFill>
        <p:spPr>
          <a:xfrm>
            <a:off x="1043004" y="1529106"/>
            <a:ext cx="4679865" cy="287394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B87341-644E-3132-1BA3-4945D1598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601816"/>
            <a:ext cx="10353762" cy="180892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is #1 in both revenue (~₹22.5M) and profit (~₹17M), driven by high unit prices and strong repeat demand.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 follows closely with healthy margins. Mid-to-premium footwear lines are strong profit contributors.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generates lowest revenue and profit despite likely highest SKU count  indicates pricing or mix issues.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Shift marketing budget toward Accessories. Review Clothing pricing and SKU rationalization to improve margins.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94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264B-E457-DD17-3607-DA7CD9A8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3775"/>
            <a:ext cx="10353762" cy="970450"/>
          </a:xfrm>
        </p:spPr>
        <p:txBody>
          <a:bodyPr/>
          <a:lstStyle/>
          <a:p>
            <a:r>
              <a:rPr lang="en-US" dirty="0"/>
              <a:t>Weekend VS Weekday Analysis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EDB2B-78C6-4DA7-C9C3-6B1419669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49" t="29788" r="1401" b="35828"/>
          <a:stretch>
            <a:fillRect/>
          </a:stretch>
        </p:blipFill>
        <p:spPr>
          <a:xfrm>
            <a:off x="3418870" y="1404033"/>
            <a:ext cx="4679865" cy="287394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2B9E6A-FE83-023A-BC7C-9DD59348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883008"/>
            <a:ext cx="10353762" cy="180892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footfall benefits from office commuters and lunch shoppers — weekend lacks equivalent footfall drivers.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tend to defer high-value purchases to weekdays. Weekend baskets may have lower AOV.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Flash weekend sales, exclusive SKUs, and in-store events can bridge the 2.47x gap vs weekday revenue. 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09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649B-F5EC-4B85-6BAE-3D668A87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33375"/>
            <a:ext cx="10353762" cy="9704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F7B1D-39DF-6ECB-FFF6-DD1E380BC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343400"/>
            <a:ext cx="10353762" cy="192487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Store Performance Disparity</a:t>
            </a:r>
            <a:r>
              <a:rPr lang="en-IN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 between top and bottom store is Almost equal some minor systemic differences in execution, staffing, and local marketing can be the Which is Reasonable.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9AEE3-AE69-96AE-C7C2-7E4154983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03" t="63797" r="34347" b="1819"/>
          <a:stretch>
            <a:fillRect/>
          </a:stretch>
        </p:blipFill>
        <p:spPr>
          <a:xfrm>
            <a:off x="3750743" y="1176130"/>
            <a:ext cx="4679865" cy="287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1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B2CE-4713-73A8-2D88-8DB65ABA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ANALYSIS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65D2C-B600-C256-27A2-1D4F6C8E6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7" t="31683" r="-307" b="29350"/>
          <a:stretch>
            <a:fillRect/>
          </a:stretch>
        </p:blipFill>
        <p:spPr>
          <a:xfrm>
            <a:off x="2801542" y="1213533"/>
            <a:ext cx="6578267" cy="284920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B956E4-1377-C7D8-2BFD-519B6B4E0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883008"/>
            <a:ext cx="10353762" cy="1808923"/>
          </a:xfrm>
        </p:spPr>
        <p:txBody>
          <a:bodyPr>
            <a:normAutofit/>
          </a:bodyPr>
          <a:lstStyle/>
          <a:p>
            <a:pPr indent="-342900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For New Customers - </a:t>
            </a: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offers, first-purchase discounts, welcome gift cards to drive second purchase</a:t>
            </a:r>
          </a:p>
          <a:p>
            <a:pPr indent="-342900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For New Customers - </a:t>
            </a: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system based on number of successful orders and give early access to new launches, personalized re-engagement campaigns based on level.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10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542-23E5-6401-A088-26C9A23B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HIDDEN TRENDS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E25F0-ABCD-6569-B07E-2C9B83DD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Margin Premium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yields the highest revenue AND profit, yet likely receives lower floor space vs Clothing. Reallocating display area could yield +5–8% overall margin uplift.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Revenue Dips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shows a gradual decline Aug–Nov (from ₹5.2M to ₹4.8M) before a year-end recovery. Preemptive October campaigns can prevent this seasonal drag.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Alert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70.41% new customer share, the implied repeat purchase rate is ~29%. Low retention inflates CAC and suppresses LTV.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Band Arbitrage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percentage-point margin gap between 0–10% and 21–30% discount bands. Standardizing to low-band discounts across all stores could add to annual profit.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Store Performance Disparity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 between top and bottom store is Almost equal some minor systemic differences in execution, staffing, and local marketing can be the Which is Reasonable.</a:t>
            </a:r>
            <a:endParaRPr lang="en-US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831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2BF8-71BC-D822-2AD6-CDCCB83C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0F49-32D0-021B-E90B-6AA1753D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13349"/>
            <a:ext cx="10353762" cy="473502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Quick Win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Flash Sales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Friday evening to Sunday campaigns with 5–8% exclusive discounts. Target commuter-free weekend mindset with 'Weekend Specials' branding.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Push - 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floor display share and digital ad budget for Accessories by 20%. Train staff on upselling Accessories with every Clothing/Shoes transaction.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Band Policy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maximum 10% standard discount. Require Loyalty Level Silver for 12% and Loyalty Level Gold for 15% Discount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Long Term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Launch –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tiered loyalty: Bronze → Silver → Gold. Reward at 3, 5, 10 purchases with escalating perks. Target: raise returning customer % from 30% to 45%.</a:t>
            </a:r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Demand Forecast –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ML-based demand forecasting per store + category. Reduce overstock in low-performing stores and prevent stockouts in top stores.</a:t>
            </a:r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Store-Specific Pricing or Discount -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geo-based price bands : premium pricing in Tier-1 cities, competitive pricing in Tier-2. Build category-level margin guardrails per store type.</a:t>
            </a:r>
            <a:endParaRPr lang="en-US" dirty="0">
              <a:solidFill>
                <a:schemeClr val="tx1"/>
              </a:solidFill>
            </a:endParaRPr>
          </a:p>
          <a:p>
            <a:pPr marL="4500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33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80AA-B572-2614-143A-E5F3380A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Projected Impacts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0966-2ED0-E570-E125-1086EB421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Weekend Sales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Uplift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Retention Target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Inventory Cost</a:t>
            </a:r>
            <a:endParaRPr lang="en-US" b="1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165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0817-287D-78EE-74D9-16125FE7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71737"/>
            <a:ext cx="10353762" cy="1914525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178714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47</TotalTime>
  <Words>750</Words>
  <Application>Microsoft Office PowerPoint</Application>
  <PresentationFormat>Widescreen</PresentationFormat>
  <Paragraphs>57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Calisto MT</vt:lpstr>
      <vt:lpstr>Wingdings 2</vt:lpstr>
      <vt:lpstr>Slate</vt:lpstr>
      <vt:lpstr>FASHIONWAVE Sales Analysis </vt:lpstr>
      <vt:lpstr>BUSINESS PROBLEM &amp; OBJECTIVES </vt:lpstr>
      <vt:lpstr>Strategic Objectives</vt:lpstr>
      <vt:lpstr>Dataset Given</vt:lpstr>
      <vt:lpstr>DATASET AFTER CALCULATED COLUMNS</vt:lpstr>
      <vt:lpstr>KPI OVERVIEW</vt:lpstr>
      <vt:lpstr>PRODUCT CATEGORY ANALYSIS</vt:lpstr>
      <vt:lpstr>Weekend VS Weekday Analysis</vt:lpstr>
      <vt:lpstr>STORE PERFORMANCE ANALYSIS</vt:lpstr>
      <vt:lpstr>CUSTOMER SEGMENTATION ANALYSIS </vt:lpstr>
      <vt:lpstr>KEY INSIGHTS &amp; HIDDEN TRENDS</vt:lpstr>
      <vt:lpstr>RECOMMENDATIONS </vt:lpstr>
      <vt:lpstr>Projected Impacts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Bansal</dc:creator>
  <cp:lastModifiedBy>Rishabh Bansal</cp:lastModifiedBy>
  <cp:revision>1</cp:revision>
  <dcterms:created xsi:type="dcterms:W3CDTF">2026-06-12T20:29:09Z</dcterms:created>
  <dcterms:modified xsi:type="dcterms:W3CDTF">2026-06-12T21:16:31Z</dcterms:modified>
</cp:coreProperties>
</file>