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536" autoAdjust="0"/>
  </p:normalViewPr>
  <p:slideViewPr>
    <p:cSldViewPr snapToGrid="0">
      <p:cViewPr varScale="1">
        <p:scale>
          <a:sx n="80" d="100"/>
          <a:sy n="80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abh Bansal" userId="220a92e5ce521e48" providerId="LiveId" clId="{DAFB2A7F-2030-4659-B87D-1C1B1668B24C}"/>
    <pc:docChg chg="undo custSel addSld delSld modSld sldOrd">
      <pc:chgData name="Rishabh Bansal" userId="220a92e5ce521e48" providerId="LiveId" clId="{DAFB2A7F-2030-4659-B87D-1C1B1668B24C}" dt="2026-06-13T03:40:11.486" v="2123"/>
      <pc:docMkLst>
        <pc:docMk/>
      </pc:docMkLst>
      <pc:sldChg chg="modSp new mod">
        <pc:chgData name="Rishabh Bansal" userId="220a92e5ce521e48" providerId="LiveId" clId="{DAFB2A7F-2030-4659-B87D-1C1B1668B24C}" dt="2026-06-12T22:02:02.158" v="1886" actId="14100"/>
        <pc:sldMkLst>
          <pc:docMk/>
          <pc:sldMk cId="3722632192" sldId="256"/>
        </pc:sldMkLst>
        <pc:spChg chg="mod">
          <ac:chgData name="Rishabh Bansal" userId="220a92e5ce521e48" providerId="LiveId" clId="{DAFB2A7F-2030-4659-B87D-1C1B1668B24C}" dt="2026-06-12T22:02:02.158" v="1886" actId="14100"/>
          <ac:spMkLst>
            <pc:docMk/>
            <pc:sldMk cId="3722632192" sldId="256"/>
            <ac:spMk id="2" creationId="{53BD4DE3-0B91-29F8-BC59-05A8BDE52D8B}"/>
          </ac:spMkLst>
        </pc:spChg>
        <pc:spChg chg="mod">
          <ac:chgData name="Rishabh Bansal" userId="220a92e5ce521e48" providerId="LiveId" clId="{DAFB2A7F-2030-4659-B87D-1C1B1668B24C}" dt="2026-06-12T22:01:24.287" v="1854"/>
          <ac:spMkLst>
            <pc:docMk/>
            <pc:sldMk cId="3722632192" sldId="256"/>
            <ac:spMk id="3" creationId="{956C7056-CE7A-FDDC-9626-ABC9E3EACADD}"/>
          </ac:spMkLst>
        </pc:spChg>
      </pc:sldChg>
      <pc:sldChg chg="addSp modSp new mod">
        <pc:chgData name="Rishabh Bansal" userId="220a92e5ce521e48" providerId="LiveId" clId="{DAFB2A7F-2030-4659-B87D-1C1B1668B24C}" dt="2026-06-12T22:03:09.299" v="1894" actId="20577"/>
        <pc:sldMkLst>
          <pc:docMk/>
          <pc:sldMk cId="1666840683" sldId="257"/>
        </pc:sldMkLst>
        <pc:spChg chg="mod">
          <ac:chgData name="Rishabh Bansal" userId="220a92e5ce521e48" providerId="LiveId" clId="{DAFB2A7F-2030-4659-B87D-1C1B1668B24C}" dt="2026-06-12T22:01:24.287" v="1854"/>
          <ac:spMkLst>
            <pc:docMk/>
            <pc:sldMk cId="1666840683" sldId="257"/>
            <ac:spMk id="2" creationId="{366A3825-44B3-E253-16E9-1976AC8A7855}"/>
          </ac:spMkLst>
        </pc:spChg>
        <pc:spChg chg="mod">
          <ac:chgData name="Rishabh Bansal" userId="220a92e5ce521e48" providerId="LiveId" clId="{DAFB2A7F-2030-4659-B87D-1C1B1668B24C}" dt="2026-06-12T22:02:34.226" v="1888"/>
          <ac:spMkLst>
            <pc:docMk/>
            <pc:sldMk cId="1666840683" sldId="257"/>
            <ac:spMk id="3" creationId="{D7C15058-FE69-653C-A0FA-1F6B3C93B282}"/>
          </ac:spMkLst>
        </pc:spChg>
        <pc:spChg chg="add mod">
          <ac:chgData name="Rishabh Bansal" userId="220a92e5ce521e48" providerId="LiveId" clId="{DAFB2A7F-2030-4659-B87D-1C1B1668B24C}" dt="2026-06-12T22:03:09.299" v="1894" actId="20577"/>
          <ac:spMkLst>
            <pc:docMk/>
            <pc:sldMk cId="1666840683" sldId="257"/>
            <ac:spMk id="4" creationId="{A1D902C5-A052-0EE9-BC9F-FC355518BBF2}"/>
          </ac:spMkLst>
        </pc:spChg>
      </pc:sldChg>
      <pc:sldChg chg="modSp new mod">
        <pc:chgData name="Rishabh Bansal" userId="220a92e5ce521e48" providerId="LiveId" clId="{DAFB2A7F-2030-4659-B87D-1C1B1668B24C}" dt="2026-06-12T22:03:54.019" v="1903" actId="20577"/>
        <pc:sldMkLst>
          <pc:docMk/>
          <pc:sldMk cId="1225005085" sldId="258"/>
        </pc:sldMkLst>
        <pc:spChg chg="mod">
          <ac:chgData name="Rishabh Bansal" userId="220a92e5ce521e48" providerId="LiveId" clId="{DAFB2A7F-2030-4659-B87D-1C1B1668B24C}" dt="2026-06-12T22:03:54.019" v="1903" actId="20577"/>
          <ac:spMkLst>
            <pc:docMk/>
            <pc:sldMk cId="1225005085" sldId="258"/>
            <ac:spMk id="2" creationId="{F8E2D08A-8D26-4D9E-916A-913AB32382AC}"/>
          </ac:spMkLst>
        </pc:spChg>
        <pc:spChg chg="mod">
          <ac:chgData name="Rishabh Bansal" userId="220a92e5ce521e48" providerId="LiveId" clId="{DAFB2A7F-2030-4659-B87D-1C1B1668B24C}" dt="2026-06-12T22:03:49.988" v="1895"/>
          <ac:spMkLst>
            <pc:docMk/>
            <pc:sldMk cId="1225005085" sldId="258"/>
            <ac:spMk id="3" creationId="{87F4E226-16B4-7986-EE40-AF2F7BAF5A1B}"/>
          </ac:spMkLst>
        </pc:spChg>
      </pc:sldChg>
      <pc:sldChg chg="addSp delSp modSp new mod">
        <pc:chgData name="Rishabh Bansal" userId="220a92e5ce521e48" providerId="LiveId" clId="{DAFB2A7F-2030-4659-B87D-1C1B1668B24C}" dt="2026-06-12T22:04:24.619" v="1910" actId="1076"/>
        <pc:sldMkLst>
          <pc:docMk/>
          <pc:sldMk cId="823882617" sldId="259"/>
        </pc:sldMkLst>
        <pc:spChg chg="mod">
          <ac:chgData name="Rishabh Bansal" userId="220a92e5ce521e48" providerId="LiveId" clId="{DAFB2A7F-2030-4659-B87D-1C1B1668B24C}" dt="2026-06-12T22:04:24.619" v="1910" actId="1076"/>
          <ac:spMkLst>
            <pc:docMk/>
            <pc:sldMk cId="823882617" sldId="259"/>
            <ac:spMk id="2" creationId="{9EE6095C-7F6B-EA31-C9CE-D50B2588D0DC}"/>
          </ac:spMkLst>
        </pc:spChg>
        <pc:spChg chg="del">
          <ac:chgData name="Rishabh Bansal" userId="220a92e5ce521e48" providerId="LiveId" clId="{DAFB2A7F-2030-4659-B87D-1C1B1668B24C}" dt="2026-06-12T20:38:17.635" v="246" actId="22"/>
          <ac:spMkLst>
            <pc:docMk/>
            <pc:sldMk cId="823882617" sldId="259"/>
            <ac:spMk id="3" creationId="{988EE160-963D-8833-8B70-53B3B4A8DEAA}"/>
          </ac:spMkLst>
        </pc:spChg>
        <pc:spChg chg="add del mod">
          <ac:chgData name="Rishabh Bansal" userId="220a92e5ce521e48" providerId="LiveId" clId="{DAFB2A7F-2030-4659-B87D-1C1B1668B24C}" dt="2026-06-12T21:22:35.817" v="1363" actId="478"/>
          <ac:spMkLst>
            <pc:docMk/>
            <pc:sldMk cId="823882617" sldId="259"/>
            <ac:spMk id="4" creationId="{227F6C9F-2B1C-A288-4B30-A1CFA2F4BD86}"/>
          </ac:spMkLst>
        </pc:spChg>
        <pc:spChg chg="add mod">
          <ac:chgData name="Rishabh Bansal" userId="220a92e5ce521e48" providerId="LiveId" clId="{DAFB2A7F-2030-4659-B87D-1C1B1668B24C}" dt="2026-06-12T20:39:05.383" v="292" actId="1076"/>
          <ac:spMkLst>
            <pc:docMk/>
            <pc:sldMk cId="823882617" sldId="259"/>
            <ac:spMk id="6" creationId="{4821A935-A213-A95B-D031-84AF1C6F655E}"/>
          </ac:spMkLst>
        </pc:spChg>
        <pc:picChg chg="add mod">
          <ac:chgData name="Rishabh Bansal" userId="220a92e5ce521e48" providerId="LiveId" clId="{DAFB2A7F-2030-4659-B87D-1C1B1668B24C}" dt="2026-06-12T22:04:21.026" v="1909" actId="1076"/>
          <ac:picMkLst>
            <pc:docMk/>
            <pc:sldMk cId="823882617" sldId="259"/>
            <ac:picMk id="3" creationId="{B3E58A2D-CD12-912A-A3B4-96A68167E835}"/>
          </ac:picMkLst>
        </pc:picChg>
        <pc:picChg chg="add del mod">
          <ac:chgData name="Rishabh Bansal" userId="220a92e5ce521e48" providerId="LiveId" clId="{DAFB2A7F-2030-4659-B87D-1C1B1668B24C}" dt="2026-06-12T21:22:31.070" v="1359" actId="478"/>
          <ac:picMkLst>
            <pc:docMk/>
            <pc:sldMk cId="823882617" sldId="259"/>
            <ac:picMk id="5" creationId="{FE0A264E-FFBF-6194-2C15-4AAFE65D5F3C}"/>
          </ac:picMkLst>
        </pc:picChg>
        <pc:picChg chg="add del mod">
          <ac:chgData name="Rishabh Bansal" userId="220a92e5ce521e48" providerId="LiveId" clId="{DAFB2A7F-2030-4659-B87D-1C1B1668B24C}" dt="2026-06-12T22:04:00.658" v="1904" actId="478"/>
          <ac:picMkLst>
            <pc:docMk/>
            <pc:sldMk cId="823882617" sldId="259"/>
            <ac:picMk id="7" creationId="{E1CD6CB8-4FAF-32F9-13B2-3EA6BD0E9AF9}"/>
          </ac:picMkLst>
        </pc:picChg>
      </pc:sldChg>
      <pc:sldChg chg="addSp delSp modSp new mod">
        <pc:chgData name="Rishabh Bansal" userId="220a92e5ce521e48" providerId="LiveId" clId="{DAFB2A7F-2030-4659-B87D-1C1B1668B24C}" dt="2026-06-12T22:13:14.895" v="2000" actId="1076"/>
        <pc:sldMkLst>
          <pc:docMk/>
          <pc:sldMk cId="2890682400" sldId="260"/>
        </pc:sldMkLst>
        <pc:spChg chg="mod">
          <ac:chgData name="Rishabh Bansal" userId="220a92e5ce521e48" providerId="LiveId" clId="{DAFB2A7F-2030-4659-B87D-1C1B1668B24C}" dt="2026-06-12T22:05:20.459" v="1915" actId="1076"/>
          <ac:spMkLst>
            <pc:docMk/>
            <pc:sldMk cId="2890682400" sldId="260"/>
            <ac:spMk id="2" creationId="{44063E82-8C74-FF42-6C1F-ECCD3CDCAE66}"/>
          </ac:spMkLst>
        </pc:spChg>
        <pc:spChg chg="del">
          <ac:chgData name="Rishabh Bansal" userId="220a92e5ce521e48" providerId="LiveId" clId="{DAFB2A7F-2030-4659-B87D-1C1B1668B24C}" dt="2026-06-12T20:42:31.534" v="348" actId="478"/>
          <ac:spMkLst>
            <pc:docMk/>
            <pc:sldMk cId="2890682400" sldId="260"/>
            <ac:spMk id="3" creationId="{E0B441EB-5F49-D3E6-3CEF-2C92F137663C}"/>
          </ac:spMkLst>
        </pc:spChg>
        <pc:picChg chg="add del mod">
          <ac:chgData name="Rishabh Bansal" userId="220a92e5ce521e48" providerId="LiveId" clId="{DAFB2A7F-2030-4659-B87D-1C1B1668B24C}" dt="2026-06-12T22:04:41.362" v="1912" actId="478"/>
          <ac:picMkLst>
            <pc:docMk/>
            <pc:sldMk cId="2890682400" sldId="260"/>
            <ac:picMk id="4" creationId="{B2C6716E-0BD4-7DC5-2AC5-B38F9C711B8E}"/>
          </ac:picMkLst>
        </pc:picChg>
        <pc:picChg chg="add del mod">
          <ac:chgData name="Rishabh Bansal" userId="220a92e5ce521e48" providerId="LiveId" clId="{DAFB2A7F-2030-4659-B87D-1C1B1668B24C}" dt="2026-06-12T21:22:50.791" v="1366" actId="478"/>
          <ac:picMkLst>
            <pc:docMk/>
            <pc:sldMk cId="2890682400" sldId="260"/>
            <ac:picMk id="5" creationId="{5936F7FD-94DC-3C90-EB44-8FC571516133}"/>
          </ac:picMkLst>
        </pc:picChg>
        <pc:picChg chg="add del mod">
          <ac:chgData name="Rishabh Bansal" userId="220a92e5ce521e48" providerId="LiveId" clId="{DAFB2A7F-2030-4659-B87D-1C1B1668B24C}" dt="2026-06-12T22:13:05.871" v="1995" actId="478"/>
          <ac:picMkLst>
            <pc:docMk/>
            <pc:sldMk cId="2890682400" sldId="260"/>
            <ac:picMk id="5" creationId="{F2A29CB2-4429-69F0-B39C-5DC652D9AD96}"/>
          </ac:picMkLst>
        </pc:picChg>
        <pc:picChg chg="add mod">
          <ac:chgData name="Rishabh Bansal" userId="220a92e5ce521e48" providerId="LiveId" clId="{DAFB2A7F-2030-4659-B87D-1C1B1668B24C}" dt="2026-06-12T22:13:14.895" v="2000" actId="1076"/>
          <ac:picMkLst>
            <pc:docMk/>
            <pc:sldMk cId="2890682400" sldId="260"/>
            <ac:picMk id="7" creationId="{2A080BC2-4A2F-CAFF-2B5C-86C4711DD4BE}"/>
          </ac:picMkLst>
        </pc:picChg>
      </pc:sldChg>
      <pc:sldChg chg="addSp delSp modSp new mod">
        <pc:chgData name="Rishabh Bansal" userId="220a92e5ce521e48" providerId="LiveId" clId="{DAFB2A7F-2030-4659-B87D-1C1B1668B24C}" dt="2026-06-12T22:06:06.156" v="1924" actId="1076"/>
        <pc:sldMkLst>
          <pc:docMk/>
          <pc:sldMk cId="3283591986" sldId="261"/>
        </pc:sldMkLst>
        <pc:spChg chg="mod">
          <ac:chgData name="Rishabh Bansal" userId="220a92e5ce521e48" providerId="LiveId" clId="{DAFB2A7F-2030-4659-B87D-1C1B1668B24C}" dt="2026-06-12T21:28:23.335" v="1389" actId="1076"/>
          <ac:spMkLst>
            <pc:docMk/>
            <pc:sldMk cId="3283591986" sldId="261"/>
            <ac:spMk id="2" creationId="{6145FCFC-0D56-999C-66C8-20A394C5D8EE}"/>
          </ac:spMkLst>
        </pc:spChg>
        <pc:spChg chg="del">
          <ac:chgData name="Rishabh Bansal" userId="220a92e5ce521e48" providerId="LiveId" clId="{DAFB2A7F-2030-4659-B87D-1C1B1668B24C}" dt="2026-06-12T20:43:42.674" v="356"/>
          <ac:spMkLst>
            <pc:docMk/>
            <pc:sldMk cId="3283591986" sldId="261"/>
            <ac:spMk id="3" creationId="{1A12A97B-2FA7-DD9F-59B6-836B02045E13}"/>
          </ac:spMkLst>
        </pc:spChg>
        <pc:spChg chg="add del mod">
          <ac:chgData name="Rishabh Bansal" userId="220a92e5ce521e48" providerId="LiveId" clId="{DAFB2A7F-2030-4659-B87D-1C1B1668B24C}" dt="2026-06-12T21:25:01.996" v="1374" actId="478"/>
          <ac:spMkLst>
            <pc:docMk/>
            <pc:sldMk cId="3283591986" sldId="261"/>
            <ac:spMk id="4" creationId="{AFEE1DED-B1AF-4C01-9D11-1FDD2545524A}"/>
          </ac:spMkLst>
        </pc:spChg>
        <pc:picChg chg="add mod modCrop">
          <ac:chgData name="Rishabh Bansal" userId="220a92e5ce521e48" providerId="LiveId" clId="{DAFB2A7F-2030-4659-B87D-1C1B1668B24C}" dt="2026-06-12T22:06:06.156" v="1924" actId="1076"/>
          <ac:picMkLst>
            <pc:docMk/>
            <pc:sldMk cId="3283591986" sldId="261"/>
            <ac:picMk id="4" creationId="{5BF53DCC-6259-C7F9-3F69-6E20C14F15DC}"/>
          </ac:picMkLst>
        </pc:picChg>
        <pc:picChg chg="add del mod ord modCrop">
          <ac:chgData name="Rishabh Bansal" userId="220a92e5ce521e48" providerId="LiveId" clId="{DAFB2A7F-2030-4659-B87D-1C1B1668B24C}" dt="2026-06-12T21:24:52.287" v="1371" actId="478"/>
          <ac:picMkLst>
            <pc:docMk/>
            <pc:sldMk cId="3283591986" sldId="261"/>
            <ac:picMk id="5" creationId="{9BE3BEA6-18BB-105F-BA3A-F7146FC44B07}"/>
          </ac:picMkLst>
        </pc:picChg>
        <pc:picChg chg="add del mod modCrop">
          <ac:chgData name="Rishabh Bansal" userId="220a92e5ce521e48" providerId="LiveId" clId="{DAFB2A7F-2030-4659-B87D-1C1B1668B24C}" dt="2026-06-12T21:24:58.042" v="1373" actId="478"/>
          <ac:picMkLst>
            <pc:docMk/>
            <pc:sldMk cId="3283591986" sldId="261"/>
            <ac:picMk id="7" creationId="{1D829D33-457B-B9C2-08EA-0855087E924C}"/>
          </ac:picMkLst>
        </pc:picChg>
        <pc:picChg chg="add del mod modCrop">
          <ac:chgData name="Rishabh Bansal" userId="220a92e5ce521e48" providerId="LiveId" clId="{DAFB2A7F-2030-4659-B87D-1C1B1668B24C}" dt="2026-06-12T22:05:37.876" v="1918" actId="478"/>
          <ac:picMkLst>
            <pc:docMk/>
            <pc:sldMk cId="3283591986" sldId="261"/>
            <ac:picMk id="8" creationId="{7D1A6699-2DF3-9747-C17C-212A1F0F39F6}"/>
          </ac:picMkLst>
        </pc:picChg>
        <pc:picChg chg="add del mod modCrop">
          <ac:chgData name="Rishabh Bansal" userId="220a92e5ce521e48" providerId="LiveId" clId="{DAFB2A7F-2030-4659-B87D-1C1B1668B24C}" dt="2026-06-12T21:24:55.419" v="1372" actId="478"/>
          <ac:picMkLst>
            <pc:docMk/>
            <pc:sldMk cId="3283591986" sldId="261"/>
            <ac:picMk id="9" creationId="{15377DE8-A5A0-84C2-6CDF-0BEBA05E41EF}"/>
          </ac:picMkLst>
        </pc:picChg>
      </pc:sldChg>
      <pc:sldChg chg="addSp delSp modSp add mod">
        <pc:chgData name="Rishabh Bansal" userId="220a92e5ce521e48" providerId="LiveId" clId="{DAFB2A7F-2030-4659-B87D-1C1B1668B24C}" dt="2026-06-12T22:09:15.696" v="1950" actId="14100"/>
        <pc:sldMkLst>
          <pc:docMk/>
          <pc:sldMk cId="146594352" sldId="262"/>
        </pc:sldMkLst>
        <pc:spChg chg="mod">
          <ac:chgData name="Rishabh Bansal" userId="220a92e5ce521e48" providerId="LiveId" clId="{DAFB2A7F-2030-4659-B87D-1C1B1668B24C}" dt="2026-06-12T22:06:58.119" v="1927"/>
          <ac:spMkLst>
            <pc:docMk/>
            <pc:sldMk cId="146594352" sldId="262"/>
            <ac:spMk id="2" creationId="{D9DE4924-A883-E85F-924F-0CBBC290876C}"/>
          </ac:spMkLst>
        </pc:spChg>
        <pc:spChg chg="add del mod">
          <ac:chgData name="Rishabh Bansal" userId="220a92e5ce521e48" providerId="LiveId" clId="{DAFB2A7F-2030-4659-B87D-1C1B1668B24C}" dt="2026-06-12T20:48:59.829" v="404" actId="478"/>
          <ac:spMkLst>
            <pc:docMk/>
            <pc:sldMk cId="146594352" sldId="262"/>
            <ac:spMk id="4" creationId="{A832B24C-A360-B66D-8160-035901B24F77}"/>
          </ac:spMkLst>
        </pc:spChg>
        <pc:spChg chg="add mod">
          <ac:chgData name="Rishabh Bansal" userId="220a92e5ce521e48" providerId="LiveId" clId="{DAFB2A7F-2030-4659-B87D-1C1B1668B24C}" dt="2026-06-12T22:08:29.976" v="1945" actId="207"/>
          <ac:spMkLst>
            <pc:docMk/>
            <pc:sldMk cId="146594352" sldId="262"/>
            <ac:spMk id="10" creationId="{8FB87341-644E-3132-1BA3-4945D15983B4}"/>
          </ac:spMkLst>
        </pc:spChg>
        <pc:picChg chg="add del mod modCrop">
          <ac:chgData name="Rishabh Bansal" userId="220a92e5ce521e48" providerId="LiveId" clId="{DAFB2A7F-2030-4659-B87D-1C1B1668B24C}" dt="2026-06-12T22:06:40.088" v="1925" actId="478"/>
          <ac:picMkLst>
            <pc:docMk/>
            <pc:sldMk cId="146594352" sldId="262"/>
            <ac:picMk id="4" creationId="{E8322528-4C41-E30C-7BF5-74F87E73EAED}"/>
          </ac:picMkLst>
        </pc:picChg>
        <pc:picChg chg="del">
          <ac:chgData name="Rishabh Bansal" userId="220a92e5ce521e48" providerId="LiveId" clId="{DAFB2A7F-2030-4659-B87D-1C1B1668B24C}" dt="2026-06-12T20:48:56.265" v="403" actId="478"/>
          <ac:picMkLst>
            <pc:docMk/>
            <pc:sldMk cId="146594352" sldId="262"/>
            <ac:picMk id="5" creationId="{2D9E6C39-8EFD-B3B5-037B-66E0D14800C3}"/>
          </ac:picMkLst>
        </pc:picChg>
        <pc:picChg chg="add mod modCrop">
          <ac:chgData name="Rishabh Bansal" userId="220a92e5ce521e48" providerId="LiveId" clId="{DAFB2A7F-2030-4659-B87D-1C1B1668B24C}" dt="2026-06-12T22:09:08.632" v="1947" actId="14100"/>
          <ac:picMkLst>
            <pc:docMk/>
            <pc:sldMk cId="146594352" sldId="262"/>
            <ac:picMk id="5" creationId="{7BEE5436-2B75-2479-F191-89663BD68138}"/>
          </ac:picMkLst>
        </pc:picChg>
        <pc:picChg chg="add del mod modCrop">
          <ac:chgData name="Rishabh Bansal" userId="220a92e5ce521e48" providerId="LiveId" clId="{DAFB2A7F-2030-4659-B87D-1C1B1668B24C}" dt="2026-06-12T22:06:42.645" v="1926" actId="478"/>
          <ac:picMkLst>
            <pc:docMk/>
            <pc:sldMk cId="146594352" sldId="262"/>
            <ac:picMk id="6" creationId="{EE0B0AE6-A354-6A65-D90C-3E1F051D459F}"/>
          </ac:picMkLst>
        </pc:picChg>
        <pc:picChg chg="del">
          <ac:chgData name="Rishabh Bansal" userId="220a92e5ce521e48" providerId="LiveId" clId="{DAFB2A7F-2030-4659-B87D-1C1B1668B24C}" dt="2026-06-12T20:48:54.853" v="402" actId="478"/>
          <ac:picMkLst>
            <pc:docMk/>
            <pc:sldMk cId="146594352" sldId="262"/>
            <ac:picMk id="7" creationId="{C8F3B04B-95F1-30D1-08B3-0E5E3819F3D4}"/>
          </ac:picMkLst>
        </pc:picChg>
        <pc:picChg chg="add del mod modCrop">
          <ac:chgData name="Rishabh Bansal" userId="220a92e5ce521e48" providerId="LiveId" clId="{DAFB2A7F-2030-4659-B87D-1C1B1668B24C}" dt="2026-06-12T21:29:18.241" v="1393" actId="478"/>
          <ac:picMkLst>
            <pc:docMk/>
            <pc:sldMk cId="146594352" sldId="262"/>
            <ac:picMk id="8" creationId="{523C830C-6355-DA77-C7F4-E5CA89E71F03}"/>
          </ac:picMkLst>
        </pc:picChg>
        <pc:picChg chg="add mod modCrop">
          <ac:chgData name="Rishabh Bansal" userId="220a92e5ce521e48" providerId="LiveId" clId="{DAFB2A7F-2030-4659-B87D-1C1B1668B24C}" dt="2026-06-12T22:09:15.696" v="1950" actId="14100"/>
          <ac:picMkLst>
            <pc:docMk/>
            <pc:sldMk cId="146594352" sldId="262"/>
            <ac:picMk id="8" creationId="{FE7DDC5C-FED5-1889-349A-43037D342464}"/>
          </ac:picMkLst>
        </pc:picChg>
        <pc:picChg chg="del mod modCrop">
          <ac:chgData name="Rishabh Bansal" userId="220a92e5ce521e48" providerId="LiveId" clId="{DAFB2A7F-2030-4659-B87D-1C1B1668B24C}" dt="2026-06-12T21:29:19.905" v="1394" actId="478"/>
          <ac:picMkLst>
            <pc:docMk/>
            <pc:sldMk cId="146594352" sldId="262"/>
            <ac:picMk id="9" creationId="{CF658DF9-3F1C-4ECA-2539-CADCD9984634}"/>
          </ac:picMkLst>
        </pc:picChg>
        <pc:picChg chg="add del mod">
          <ac:chgData name="Rishabh Bansal" userId="220a92e5ce521e48" providerId="LiveId" clId="{DAFB2A7F-2030-4659-B87D-1C1B1668B24C}" dt="2026-06-12T21:37:47.458" v="1453" actId="21"/>
          <ac:picMkLst>
            <pc:docMk/>
            <pc:sldMk cId="146594352" sldId="262"/>
            <ac:picMk id="11" creationId="{E0DCAA62-E450-7BCD-D9A5-6D706F42C6D1}"/>
          </ac:picMkLst>
        </pc:picChg>
      </pc:sldChg>
      <pc:sldChg chg="addSp delSp modSp new mod">
        <pc:chgData name="Rishabh Bansal" userId="220a92e5ce521e48" providerId="LiveId" clId="{DAFB2A7F-2030-4659-B87D-1C1B1668B24C}" dt="2026-06-12T22:10:53.459" v="1994" actId="14100"/>
        <pc:sldMkLst>
          <pc:docMk/>
          <pc:sldMk cId="765090189" sldId="263"/>
        </pc:sldMkLst>
        <pc:spChg chg="mod">
          <ac:chgData name="Rishabh Bansal" userId="220a92e5ce521e48" providerId="LiveId" clId="{DAFB2A7F-2030-4659-B87D-1C1B1668B24C}" dt="2026-06-12T22:09:30.940" v="1955" actId="20577"/>
          <ac:spMkLst>
            <pc:docMk/>
            <pc:sldMk cId="765090189" sldId="263"/>
            <ac:spMk id="2" creationId="{9D5F264B-E457-DD17-3607-DA7CD9A8A10A}"/>
          </ac:spMkLst>
        </pc:spChg>
        <pc:spChg chg="del">
          <ac:chgData name="Rishabh Bansal" userId="220a92e5ce521e48" providerId="LiveId" clId="{DAFB2A7F-2030-4659-B87D-1C1B1668B24C}" dt="2026-06-12T20:51:59.882" v="468" actId="478"/>
          <ac:spMkLst>
            <pc:docMk/>
            <pc:sldMk cId="765090189" sldId="263"/>
            <ac:spMk id="3" creationId="{2E802346-B65E-C8BF-4CE0-76E67DB417BC}"/>
          </ac:spMkLst>
        </pc:spChg>
        <pc:spChg chg="add mod">
          <ac:chgData name="Rishabh Bansal" userId="220a92e5ce521e48" providerId="LiveId" clId="{DAFB2A7F-2030-4659-B87D-1C1B1668B24C}" dt="2026-06-12T22:10:48.419" v="1993" actId="113"/>
          <ac:spMkLst>
            <pc:docMk/>
            <pc:sldMk cId="765090189" sldId="263"/>
            <ac:spMk id="6" creationId="{072B9E6A-FE83-023A-BC7C-9DD593487899}"/>
          </ac:spMkLst>
        </pc:spChg>
        <pc:picChg chg="add del mod modCrop">
          <ac:chgData name="Rishabh Bansal" userId="220a92e5ce521e48" providerId="LiveId" clId="{DAFB2A7F-2030-4659-B87D-1C1B1668B24C}" dt="2026-06-12T22:09:34.650" v="1957" actId="478"/>
          <ac:picMkLst>
            <pc:docMk/>
            <pc:sldMk cId="765090189" sldId="263"/>
            <ac:picMk id="4" creationId="{4A1C5216-2B8D-C9EF-6E3F-D35FE28D168A}"/>
          </ac:picMkLst>
        </pc:picChg>
        <pc:picChg chg="add del mod">
          <ac:chgData name="Rishabh Bansal" userId="220a92e5ce521e48" providerId="LiveId" clId="{DAFB2A7F-2030-4659-B87D-1C1B1668B24C}" dt="2026-06-12T21:33:18.456" v="1421" actId="478"/>
          <ac:picMkLst>
            <pc:docMk/>
            <pc:sldMk cId="765090189" sldId="263"/>
            <ac:picMk id="5" creationId="{E1BEDB2B-78C6-4DA7-C9C3-6B141966950B}"/>
          </ac:picMkLst>
        </pc:picChg>
        <pc:picChg chg="add mod modCrop">
          <ac:chgData name="Rishabh Bansal" userId="220a92e5ce521e48" providerId="LiveId" clId="{DAFB2A7F-2030-4659-B87D-1C1B1668B24C}" dt="2026-06-12T22:10:53.459" v="1994" actId="14100"/>
          <ac:picMkLst>
            <pc:docMk/>
            <pc:sldMk cId="765090189" sldId="263"/>
            <ac:picMk id="5" creationId="{ED441E9F-3CC9-077B-1B59-C00D6524AB6F}"/>
          </ac:picMkLst>
        </pc:picChg>
      </pc:sldChg>
      <pc:sldChg chg="addSp delSp modSp new del mod">
        <pc:chgData name="Rishabh Bansal" userId="220a92e5ce521e48" providerId="LiveId" clId="{DAFB2A7F-2030-4659-B87D-1C1B1668B24C}" dt="2026-06-13T03:33:45.933" v="2086" actId="2696"/>
        <pc:sldMkLst>
          <pc:docMk/>
          <pc:sldMk cId="1538107007" sldId="264"/>
        </pc:sldMkLst>
        <pc:spChg chg="mod">
          <ac:chgData name="Rishabh Bansal" userId="220a92e5ce521e48" providerId="LiveId" clId="{DAFB2A7F-2030-4659-B87D-1C1B1668B24C}" dt="2026-06-12T21:46:06.793" v="1472" actId="1076"/>
          <ac:spMkLst>
            <pc:docMk/>
            <pc:sldMk cId="1538107007" sldId="264"/>
            <ac:spMk id="2" creationId="{D964B2CE-4713-73A8-2D88-8DB65ABAF45A}"/>
          </ac:spMkLst>
        </pc:spChg>
        <pc:spChg chg="del">
          <ac:chgData name="Rishabh Bansal" userId="220a92e5ce521e48" providerId="LiveId" clId="{DAFB2A7F-2030-4659-B87D-1C1B1668B24C}" dt="2026-06-12T20:55:15.568" v="570" actId="478"/>
          <ac:spMkLst>
            <pc:docMk/>
            <pc:sldMk cId="1538107007" sldId="264"/>
            <ac:spMk id="3" creationId="{30B83ADC-84CC-92C0-1EF9-F4A22A83899F}"/>
          </ac:spMkLst>
        </pc:spChg>
        <pc:spChg chg="add mod">
          <ac:chgData name="Rishabh Bansal" userId="220a92e5ce521e48" providerId="LiveId" clId="{DAFB2A7F-2030-4659-B87D-1C1B1668B24C}" dt="2026-06-12T21:49:08.819" v="1656" actId="14100"/>
          <ac:spMkLst>
            <pc:docMk/>
            <pc:sldMk cId="1538107007" sldId="264"/>
            <ac:spMk id="8" creationId="{6EB956E4-1377-C7D8-2BFD-519B6B4E0D4B}"/>
          </ac:spMkLst>
        </pc:spChg>
        <pc:picChg chg="add del mod">
          <ac:chgData name="Rishabh Bansal" userId="220a92e5ce521e48" providerId="LiveId" clId="{DAFB2A7F-2030-4659-B87D-1C1B1668B24C}" dt="2026-06-12T20:55:33.407" v="573" actId="478"/>
          <ac:picMkLst>
            <pc:docMk/>
            <pc:sldMk cId="1538107007" sldId="264"/>
            <ac:picMk id="5" creationId="{08209001-87AC-9859-530A-7648E2DC789C}"/>
          </ac:picMkLst>
        </pc:picChg>
        <pc:picChg chg="add del mod modCrop">
          <ac:chgData name="Rishabh Bansal" userId="220a92e5ce521e48" providerId="LiveId" clId="{DAFB2A7F-2030-4659-B87D-1C1B1668B24C}" dt="2026-06-12T21:46:08.312" v="1473" actId="478"/>
          <ac:picMkLst>
            <pc:docMk/>
            <pc:sldMk cId="1538107007" sldId="264"/>
            <ac:picMk id="7" creationId="{C8965D2C-B600-C256-27A2-1D4F6C8E6779}"/>
          </ac:picMkLst>
        </pc:picChg>
      </pc:sldChg>
      <pc:sldChg chg="addSp delSp modSp new mod ord">
        <pc:chgData name="Rishabh Bansal" userId="220a92e5ce521e48" providerId="LiveId" clId="{DAFB2A7F-2030-4659-B87D-1C1B1668B24C}" dt="2026-06-13T03:20:06.168" v="2021" actId="1076"/>
        <pc:sldMkLst>
          <pc:docMk/>
          <pc:sldMk cId="1512712566" sldId="265"/>
        </pc:sldMkLst>
        <pc:spChg chg="mod">
          <ac:chgData name="Rishabh Bansal" userId="220a92e5ce521e48" providerId="LiveId" clId="{DAFB2A7F-2030-4659-B87D-1C1B1668B24C}" dt="2026-06-12T22:14:53.833" v="2005" actId="1076"/>
          <ac:spMkLst>
            <pc:docMk/>
            <pc:sldMk cId="1512712566" sldId="265"/>
            <ac:spMk id="2" creationId="{5A33649B-F5EC-4B85-6BAE-3D668A8717A1}"/>
          </ac:spMkLst>
        </pc:spChg>
        <pc:spChg chg="mod">
          <ac:chgData name="Rishabh Bansal" userId="220a92e5ce521e48" providerId="LiveId" clId="{DAFB2A7F-2030-4659-B87D-1C1B1668B24C}" dt="2026-06-12T22:18:10.485" v="2015" actId="207"/>
          <ac:spMkLst>
            <pc:docMk/>
            <pc:sldMk cId="1512712566" sldId="265"/>
            <ac:spMk id="3" creationId="{68DF7B1D-39DF-6ECB-FFF6-DD1E380BC798}"/>
          </ac:spMkLst>
        </pc:spChg>
        <pc:picChg chg="add del mod modCrop">
          <ac:chgData name="Rishabh Bansal" userId="220a92e5ce521e48" providerId="LiveId" clId="{DAFB2A7F-2030-4659-B87D-1C1B1668B24C}" dt="2026-06-12T22:15:34.323" v="2008" actId="478"/>
          <ac:picMkLst>
            <pc:docMk/>
            <pc:sldMk cId="1512712566" sldId="265"/>
            <ac:picMk id="5" creationId="{40E8EF1D-59FB-9D38-42F5-34972691C08F}"/>
          </ac:picMkLst>
        </pc:picChg>
        <pc:picChg chg="add del mod modCrop">
          <ac:chgData name="Rishabh Bansal" userId="220a92e5ce521e48" providerId="LiveId" clId="{DAFB2A7F-2030-4659-B87D-1C1B1668B24C}" dt="2026-06-12T21:37:18.396" v="1450" actId="478"/>
          <ac:picMkLst>
            <pc:docMk/>
            <pc:sldMk cId="1512712566" sldId="265"/>
            <ac:picMk id="5" creationId="{8959AEE3-AE69-96AE-C7C2-7E4154983641}"/>
          </ac:picMkLst>
        </pc:picChg>
        <pc:picChg chg="add del mod">
          <ac:chgData name="Rishabh Bansal" userId="220a92e5ce521e48" providerId="LiveId" clId="{DAFB2A7F-2030-4659-B87D-1C1B1668B24C}" dt="2026-06-12T21:42:34.179" v="1461" actId="478"/>
          <ac:picMkLst>
            <pc:docMk/>
            <pc:sldMk cId="1512712566" sldId="265"/>
            <ac:picMk id="6" creationId="{E05BA556-C15C-0E79-9B79-F71FC31102DC}"/>
          </ac:picMkLst>
        </pc:picChg>
        <pc:picChg chg="add del mod">
          <ac:chgData name="Rishabh Bansal" userId="220a92e5ce521e48" providerId="LiveId" clId="{DAFB2A7F-2030-4659-B87D-1C1B1668B24C}" dt="2026-06-12T22:20:46.523" v="2016" actId="478"/>
          <ac:picMkLst>
            <pc:docMk/>
            <pc:sldMk cId="1512712566" sldId="265"/>
            <ac:picMk id="7" creationId="{897E37F3-AAF9-0FE6-35D9-A7FBE3CD95DA}"/>
          </ac:picMkLst>
        </pc:picChg>
        <pc:picChg chg="add del mod modCrop">
          <ac:chgData name="Rishabh Bansal" userId="220a92e5ce521e48" providerId="LiveId" clId="{DAFB2A7F-2030-4659-B87D-1C1B1668B24C}" dt="2026-06-12T22:14:46.882" v="2003" actId="478"/>
          <ac:picMkLst>
            <pc:docMk/>
            <pc:sldMk cId="1512712566" sldId="265"/>
            <ac:picMk id="8" creationId="{88A35D6E-92C6-7861-49F9-B2831136EB03}"/>
          </ac:picMkLst>
        </pc:picChg>
        <pc:picChg chg="add mod">
          <ac:chgData name="Rishabh Bansal" userId="220a92e5ce521e48" providerId="LiveId" clId="{DAFB2A7F-2030-4659-B87D-1C1B1668B24C}" dt="2026-06-13T03:20:06.168" v="2021" actId="1076"/>
          <ac:picMkLst>
            <pc:docMk/>
            <pc:sldMk cId="1512712566" sldId="265"/>
            <ac:picMk id="10" creationId="{98697A1F-E8ED-6A22-BAF1-E39390FA6B5C}"/>
          </ac:picMkLst>
        </pc:picChg>
      </pc:sldChg>
      <pc:sldChg chg="modSp new mod ord">
        <pc:chgData name="Rishabh Bansal" userId="220a92e5ce521e48" providerId="LiveId" clId="{DAFB2A7F-2030-4659-B87D-1C1B1668B24C}" dt="2026-06-13T03:24:59.526" v="2029"/>
        <pc:sldMkLst>
          <pc:docMk/>
          <pc:sldMk cId="2234831212" sldId="266"/>
        </pc:sldMkLst>
        <pc:spChg chg="mod">
          <ac:chgData name="Rishabh Bansal" userId="220a92e5ce521e48" providerId="LiveId" clId="{DAFB2A7F-2030-4659-B87D-1C1B1668B24C}" dt="2026-06-12T22:01:24.287" v="1854"/>
          <ac:spMkLst>
            <pc:docMk/>
            <pc:sldMk cId="2234831212" sldId="266"/>
            <ac:spMk id="2" creationId="{5CA69542-23E5-6401-A088-26C9A23BCB0A}"/>
          </ac:spMkLst>
        </pc:spChg>
        <pc:spChg chg="mod">
          <ac:chgData name="Rishabh Bansal" userId="220a92e5ce521e48" providerId="LiveId" clId="{DAFB2A7F-2030-4659-B87D-1C1B1668B24C}" dt="2026-06-13T03:24:35.893" v="2027" actId="12"/>
          <ac:spMkLst>
            <pc:docMk/>
            <pc:sldMk cId="2234831212" sldId="266"/>
            <ac:spMk id="3" creationId="{3B6E25F0-ABCD-6569-B07E-2C9B83DDA739}"/>
          </ac:spMkLst>
        </pc:spChg>
      </pc:sldChg>
      <pc:sldChg chg="modSp new mod ord">
        <pc:chgData name="Rishabh Bansal" userId="220a92e5ce521e48" providerId="LiveId" clId="{DAFB2A7F-2030-4659-B87D-1C1B1668B24C}" dt="2026-06-13T03:33:43.830" v="2085"/>
        <pc:sldMkLst>
          <pc:docMk/>
          <pc:sldMk cId="2927332822" sldId="267"/>
        </pc:sldMkLst>
        <pc:spChg chg="mod">
          <ac:chgData name="Rishabh Bansal" userId="220a92e5ce521e48" providerId="LiveId" clId="{DAFB2A7F-2030-4659-B87D-1C1B1668B24C}" dt="2026-06-12T22:01:24.287" v="1854"/>
          <ac:spMkLst>
            <pc:docMk/>
            <pc:sldMk cId="2927332822" sldId="267"/>
            <ac:spMk id="2" creationId="{42132BF8-71BC-D822-2AD6-CDCCB83C5E65}"/>
          </ac:spMkLst>
        </pc:spChg>
        <pc:spChg chg="mod">
          <ac:chgData name="Rishabh Bansal" userId="220a92e5ce521e48" providerId="LiveId" clId="{DAFB2A7F-2030-4659-B87D-1C1B1668B24C}" dt="2026-06-13T03:33:23.084" v="2083" actId="207"/>
          <ac:spMkLst>
            <pc:docMk/>
            <pc:sldMk cId="2927332822" sldId="267"/>
            <ac:spMk id="3" creationId="{8AF20F49-32D0-021B-E90B-6AA1753DB7A1}"/>
          </ac:spMkLst>
        </pc:spChg>
      </pc:sldChg>
      <pc:sldChg chg="modSp new mod">
        <pc:chgData name="Rishabh Bansal" userId="220a92e5ce521e48" providerId="LiveId" clId="{DAFB2A7F-2030-4659-B87D-1C1B1668B24C}" dt="2026-06-13T03:40:11.486" v="2123"/>
        <pc:sldMkLst>
          <pc:docMk/>
          <pc:sldMk cId="1294165107" sldId="268"/>
        </pc:sldMkLst>
        <pc:spChg chg="mod">
          <ac:chgData name="Rishabh Bansal" userId="220a92e5ce521e48" providerId="LiveId" clId="{DAFB2A7F-2030-4659-B87D-1C1B1668B24C}" dt="2026-06-12T22:01:24.287" v="1854"/>
          <ac:spMkLst>
            <pc:docMk/>
            <pc:sldMk cId="1294165107" sldId="268"/>
            <ac:spMk id="2" creationId="{F04880AA-B572-2614-143A-E5F3380AE072}"/>
          </ac:spMkLst>
        </pc:spChg>
        <pc:spChg chg="mod">
          <ac:chgData name="Rishabh Bansal" userId="220a92e5ce521e48" providerId="LiveId" clId="{DAFB2A7F-2030-4659-B87D-1C1B1668B24C}" dt="2026-06-13T03:40:11.486" v="2123"/>
          <ac:spMkLst>
            <pc:docMk/>
            <pc:sldMk cId="1294165107" sldId="268"/>
            <ac:spMk id="3" creationId="{049B0966-2ED0-E570-E125-1086EB421F77}"/>
          </ac:spMkLst>
        </pc:spChg>
      </pc:sldChg>
      <pc:sldChg chg="addSp delSp modSp new mod">
        <pc:chgData name="Rishabh Bansal" userId="220a92e5ce521e48" providerId="LiveId" clId="{DAFB2A7F-2030-4659-B87D-1C1B1668B24C}" dt="2026-06-12T21:13:57.628" v="1236" actId="20577"/>
        <pc:sldMkLst>
          <pc:docMk/>
          <pc:sldMk cId="1178714214" sldId="269"/>
        </pc:sldMkLst>
        <pc:spChg chg="mod">
          <ac:chgData name="Rishabh Bansal" userId="220a92e5ce521e48" providerId="LiveId" clId="{DAFB2A7F-2030-4659-B87D-1C1B1668B24C}" dt="2026-06-12T21:13:57.628" v="1236" actId="20577"/>
          <ac:spMkLst>
            <pc:docMk/>
            <pc:sldMk cId="1178714214" sldId="269"/>
            <ac:spMk id="2" creationId="{98D90817-287D-78EE-74D9-16125FE7B1C1}"/>
          </ac:spMkLst>
        </pc:spChg>
        <pc:spChg chg="del mod">
          <ac:chgData name="Rishabh Bansal" userId="220a92e5ce521e48" providerId="LiveId" clId="{DAFB2A7F-2030-4659-B87D-1C1B1668B24C}" dt="2026-06-12T21:13:37.088" v="1212" actId="478"/>
          <ac:spMkLst>
            <pc:docMk/>
            <pc:sldMk cId="1178714214" sldId="269"/>
            <ac:spMk id="3" creationId="{888DD5D3-4A79-79D7-DA3C-E56614CAD41D}"/>
          </ac:spMkLst>
        </pc:spChg>
        <pc:spChg chg="add del mod">
          <ac:chgData name="Rishabh Bansal" userId="220a92e5ce521e48" providerId="LiveId" clId="{DAFB2A7F-2030-4659-B87D-1C1B1668B24C}" dt="2026-06-12T21:13:43.771" v="1225" actId="478"/>
          <ac:spMkLst>
            <pc:docMk/>
            <pc:sldMk cId="1178714214" sldId="269"/>
            <ac:spMk id="5" creationId="{44A573A5-7341-8EBB-1F19-7C5D392C8889}"/>
          </ac:spMkLst>
        </pc:spChg>
      </pc:sldChg>
      <pc:sldChg chg="add del">
        <pc:chgData name="Rishabh Bansal" userId="220a92e5ce521e48" providerId="LiveId" clId="{DAFB2A7F-2030-4659-B87D-1C1B1668B24C}" dt="2026-06-12T21:37:54.656" v="1457"/>
        <pc:sldMkLst>
          <pc:docMk/>
          <pc:sldMk cId="38169031" sldId="270"/>
        </pc:sldMkLst>
      </pc:sldChg>
      <pc:sldChg chg="add del">
        <pc:chgData name="Rishabh Bansal" userId="220a92e5ce521e48" providerId="LiveId" clId="{DAFB2A7F-2030-4659-B87D-1C1B1668B24C}" dt="2026-06-12T21:37:52.073" v="1455"/>
        <pc:sldMkLst>
          <pc:docMk/>
          <pc:sldMk cId="1214034093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7ECAC3-D7F4-44E5-A6BF-0C5CE5FB1EE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F14845-1FFA-44A7-B9FC-22F35FFEF2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50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14845-1FFA-44A7-B9FC-22F35FFEF29E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158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14845-1FFA-44A7-B9FC-22F35FFEF29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657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14845-1FFA-44A7-B9FC-22F35FFEF29E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132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107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137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456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3953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138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051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156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648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065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540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4089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22006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0138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121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1121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197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806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4368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768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D4DE3-0B91-29F8-BC59-05A8BDE52D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2" y="1343026"/>
            <a:ext cx="9938991" cy="2255316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TastyBites</a:t>
            </a:r>
            <a:r>
              <a:rPr lang="en-US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4400" kern="0" spc="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Buisness</a:t>
            </a:r>
            <a:r>
              <a:rPr lang="en-US" sz="4400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performance</a:t>
            </a:r>
            <a:r>
              <a:rPr lang="en-US" sz="44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Analysis</a:t>
            </a:r>
            <a:br>
              <a:rPr lang="en-US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6C7056-CE7A-FDDC-9626-ABC9E3EACA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Prepared By : Rishab Bansal</a:t>
            </a:r>
          </a:p>
          <a:p>
            <a:r>
              <a:rPr lang="en-US" dirty="0"/>
              <a:t>Data Analyst | Business Analyst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2632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A3825-44B3-E253-16E9-1976AC8A7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OBJECTIVES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15058-FE69-653C-A0FA-1F6B3C93B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353" y="1732449"/>
            <a:ext cx="10353762" cy="1957235"/>
          </a:xfrm>
        </p:spPr>
        <p:txBody>
          <a:bodyPr>
            <a:normAutofit lnSpcReduction="10000"/>
          </a:bodyPr>
          <a:lstStyle/>
          <a:p>
            <a:pPr marL="36900" indent="0">
              <a:buNone/>
            </a:pPr>
            <a:r>
              <a:rPr lang="en-US" dirty="0"/>
              <a:t>	About </a:t>
            </a:r>
            <a:r>
              <a:rPr lang="en-IN" b="1" dirty="0" err="1">
                <a:effectLst/>
              </a:rPr>
              <a:t>TastyBites</a:t>
            </a:r>
            <a:endParaRPr lang="en-US" dirty="0"/>
          </a:p>
          <a:p>
            <a:r>
              <a:rPr lang="en-IN" b="1" dirty="0" err="1">
                <a:effectLst/>
              </a:rPr>
              <a:t>TastyBites</a:t>
            </a:r>
            <a:r>
              <a:rPr lang="en-IN" dirty="0">
                <a:effectLst/>
              </a:rPr>
              <a:t>, a food delivery app operating in multiple cities. The company has noticed that </a:t>
            </a:r>
            <a:r>
              <a:rPr lang="en-IN" b="1" dirty="0">
                <a:effectLst/>
              </a:rPr>
              <a:t>some products generate low profit</a:t>
            </a:r>
            <a:r>
              <a:rPr lang="en-IN" dirty="0">
                <a:effectLst/>
              </a:rPr>
              <a:t> despite high sales, while others contribute significantly to the bottom line. Management wants to </a:t>
            </a:r>
            <a:r>
              <a:rPr lang="en-IN" b="1" dirty="0">
                <a:effectLst/>
              </a:rPr>
              <a:t>optimize product pricing and promotions</a:t>
            </a:r>
            <a:r>
              <a:rPr lang="en-IN" dirty="0">
                <a:effectLst/>
              </a:rPr>
              <a:t> to maximize profitability without losing customers.</a:t>
            </a:r>
            <a:endParaRPr lang="en-IN" dirty="0"/>
          </a:p>
          <a:p>
            <a:pPr marL="3690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1D902C5-A052-0EE9-BC9F-FC355518BBF2}"/>
              </a:ext>
            </a:extLst>
          </p:cNvPr>
          <p:cNvSpPr txBox="1">
            <a:spLocks/>
          </p:cNvSpPr>
          <p:nvPr/>
        </p:nvSpPr>
        <p:spPr>
          <a:xfrm>
            <a:off x="633058" y="4876800"/>
            <a:ext cx="10353762" cy="13716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55000" lnSpcReduction="20000"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900" dirty="0"/>
              <a:t>	Key Assumptions</a:t>
            </a:r>
          </a:p>
          <a:p>
            <a:r>
              <a:rPr lang="en-IN" dirty="0">
                <a:effectLst/>
              </a:rPr>
              <a:t>Only </a:t>
            </a:r>
            <a:r>
              <a:rPr lang="en-IN" b="1" dirty="0">
                <a:effectLst/>
              </a:rPr>
              <a:t>past 2 years of data</a:t>
            </a:r>
            <a:r>
              <a:rPr lang="en-IN" dirty="0">
                <a:effectLst/>
              </a:rPr>
              <a:t> are available.</a:t>
            </a:r>
            <a:endParaRPr lang="en-IN" dirty="0"/>
          </a:p>
          <a:p>
            <a:r>
              <a:rPr lang="en-IN" dirty="0">
                <a:effectLst/>
              </a:rPr>
              <a:t>Discounts </a:t>
            </a:r>
            <a:r>
              <a:rPr lang="en-IN" b="1" dirty="0">
                <a:effectLst/>
              </a:rPr>
              <a:t>cannot exceed 25%</a:t>
            </a:r>
            <a:r>
              <a:rPr lang="en-IN" dirty="0">
                <a:effectLst/>
              </a:rPr>
              <a:t> as per policy.</a:t>
            </a:r>
            <a:endParaRPr lang="en-IN" dirty="0"/>
          </a:p>
          <a:p>
            <a:r>
              <a:rPr lang="en-IN" dirty="0">
                <a:effectLst/>
              </a:rPr>
              <a:t>Assume </a:t>
            </a:r>
            <a:r>
              <a:rPr lang="en-IN" b="1" dirty="0">
                <a:effectLst/>
              </a:rPr>
              <a:t>profit = Revenue – Cost</a:t>
            </a:r>
            <a:r>
              <a:rPr lang="en-IN" dirty="0">
                <a:effectLst/>
              </a:rPr>
              <a:t>; delivery costs are not included.</a:t>
            </a:r>
            <a:endParaRPr lang="en-IN" dirty="0"/>
          </a:p>
          <a:p>
            <a:r>
              <a:rPr lang="en-IN" dirty="0">
                <a:effectLst/>
              </a:rPr>
              <a:t>Customers are sensitive to </a:t>
            </a:r>
            <a:r>
              <a:rPr lang="en-IN" b="1" dirty="0">
                <a:effectLst/>
              </a:rPr>
              <a:t>price changes above 10%</a:t>
            </a:r>
            <a:r>
              <a:rPr lang="en-IN" dirty="0">
                <a:effectLst/>
              </a:rPr>
              <a:t>.</a:t>
            </a:r>
            <a:endParaRPr lang="en-IN" dirty="0"/>
          </a:p>
          <a:p>
            <a:pPr marL="36900" indent="0">
              <a:buFont typeface="Wingdings 2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840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2D08A-8D26-4D9E-916A-913AB3238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Buisness</a:t>
            </a:r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Objectives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4E226-16B4-7986-EE40-AF2F7BAF5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effectLst/>
              </a:rPr>
              <a:t>Identify </a:t>
            </a:r>
            <a:r>
              <a:rPr lang="en-IN" b="1" dirty="0">
                <a:effectLst/>
              </a:rPr>
              <a:t>high-profit and low-profit products</a:t>
            </a:r>
            <a:r>
              <a:rPr lang="en-IN" dirty="0">
                <a:effectLst/>
              </a:rPr>
              <a:t>.</a:t>
            </a:r>
            <a:endParaRPr lang="en-IN" dirty="0"/>
          </a:p>
          <a:p>
            <a:r>
              <a:rPr lang="en-IN" dirty="0">
                <a:effectLst/>
              </a:rPr>
              <a:t>Understand the impact of </a:t>
            </a:r>
            <a:r>
              <a:rPr lang="en-IN" b="1" dirty="0">
                <a:effectLst/>
              </a:rPr>
              <a:t>discounts and promotions</a:t>
            </a:r>
            <a:r>
              <a:rPr lang="en-IN" dirty="0">
                <a:effectLst/>
              </a:rPr>
              <a:t> on profit margins.</a:t>
            </a:r>
            <a:endParaRPr lang="en-IN" dirty="0"/>
          </a:p>
          <a:p>
            <a:r>
              <a:rPr lang="en-IN" dirty="0">
                <a:effectLst/>
              </a:rPr>
              <a:t>Recommend </a:t>
            </a:r>
            <a:r>
              <a:rPr lang="en-IN" b="1" dirty="0">
                <a:effectLst/>
              </a:rPr>
              <a:t>pricing strategies</a:t>
            </a:r>
            <a:r>
              <a:rPr lang="en-IN" dirty="0">
                <a:effectLst/>
              </a:rPr>
              <a:t> to increase overall profitability.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5005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6095C-7F6B-EA31-C9CE-D50B2588D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955" y="1159782"/>
            <a:ext cx="2951747" cy="526319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Given</a:t>
            </a:r>
            <a:endParaRPr lang="en-IN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821A935-A213-A95B-D031-84AF1C6F655E}"/>
              </a:ext>
            </a:extLst>
          </p:cNvPr>
          <p:cNvSpPr txBox="1">
            <a:spLocks/>
          </p:cNvSpPr>
          <p:nvPr/>
        </p:nvSpPr>
        <p:spPr>
          <a:xfrm>
            <a:off x="745353" y="316377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IN" dirty="0"/>
          </a:p>
        </p:txBody>
      </p:sp>
      <p:pic>
        <p:nvPicPr>
          <p:cNvPr id="3" name="Picture 2" descr="image">
            <a:extLst>
              <a:ext uri="{FF2B5EF4-FFF2-40B4-BE49-F238E27FC236}">
                <a16:creationId xmlns:a16="http://schemas.microsoft.com/office/drawing/2014/main" id="{B3E58A2D-CD12-912A-A3B4-96A68167E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955" y="1803941"/>
            <a:ext cx="10364410" cy="482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82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63E82-8C74-FF42-6C1F-ECCD3CDCA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22130"/>
            <a:ext cx="10353761" cy="1326321"/>
          </a:xfrm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AFTER CALCULATED COLUMNS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080BC2-4A2F-CAFF-2B5C-86C4711DD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59" y="1259559"/>
            <a:ext cx="11196680" cy="4894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682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5FCFC-0D56-999C-66C8-20A394C5D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041" y="257175"/>
            <a:ext cx="10353762" cy="97045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OVERVIEW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F53DCC-6259-C7F9-3F69-6E20C14F15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21"/>
          <a:stretch>
            <a:fillRect/>
          </a:stretch>
        </p:blipFill>
        <p:spPr>
          <a:xfrm>
            <a:off x="434858" y="960121"/>
            <a:ext cx="11322284" cy="5640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591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78D56-62B0-7814-C48B-3AF0487F9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E4924-A883-E85F-924F-0CBBC2908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004" y="161925"/>
            <a:ext cx="10353762" cy="97045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&amp; Profit Leaders by Product</a:t>
            </a:r>
            <a:endParaRPr lang="en-I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B87341-644E-3132-1BA3-4945D1598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4601817"/>
            <a:ext cx="10353762" cy="132273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Combo Meal leads in revenue (115K) but has the lowest margin (38%). Lemonade &amp; Cold Coffee have the highest margins (58% &amp; 54%) despite lower revenue. Dual opportunity exists to scale high-margin drinks.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EE5436-2B75-2479-F191-89663BD681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779" r="47981"/>
          <a:stretch>
            <a:fillRect/>
          </a:stretch>
        </p:blipFill>
        <p:spPr>
          <a:xfrm>
            <a:off x="200025" y="1132375"/>
            <a:ext cx="5895975" cy="29252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7DDC5C-FED5-1889-349A-43037D3424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32" t="60330" b="675"/>
          <a:stretch>
            <a:fillRect/>
          </a:stretch>
        </p:blipFill>
        <p:spPr>
          <a:xfrm>
            <a:off x="6305549" y="1132375"/>
            <a:ext cx="5686425" cy="292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94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F264B-E457-DD17-3607-DA7CD9A8A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13775"/>
            <a:ext cx="10353762" cy="97045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Discounts Affect Profitability</a:t>
            </a:r>
            <a:endParaRPr lang="en-US" sz="36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72B9E6A-FE83-023A-BC7C-9DD593487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8574" y="1854058"/>
            <a:ext cx="4143376" cy="3841892"/>
          </a:xfrm>
        </p:spPr>
        <p:txBody>
          <a:bodyPr>
            <a:normAutofit/>
          </a:bodyPr>
          <a:lstStyle/>
          <a:p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- Combo Meal absorbs 24% of all discount losses (11.7K/48.42K). Since its margin is already the lowest at 38%, further discounting erodes profitability severely. Discounts on Lemonade/Cold Coffee are relatively safe given their 54–58% margins.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441E9F-3CC9-077B-1B59-C00D6524AB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35" t="42978"/>
          <a:stretch>
            <a:fillRect/>
          </a:stretch>
        </p:blipFill>
        <p:spPr>
          <a:xfrm>
            <a:off x="400050" y="1733550"/>
            <a:ext cx="6857046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090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3649B-F5EC-4B85-6BAE-3D668A871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323850"/>
            <a:ext cx="11077057" cy="970450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Volume, Low Profit — The Profitability Trap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F7B1D-39DF-6ECB-FFF6-DD1E380BC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4343400"/>
            <a:ext cx="10353762" cy="1924878"/>
          </a:xfrm>
        </p:spPr>
        <p:txBody>
          <a:bodyPr>
            <a:normAutofit/>
          </a:bodyPr>
          <a:lstStyle/>
          <a:p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Combo Meal &amp; Pasta sell well (396 &amp; 382 units) but deliver the weakest margins (38% &amp; 40%). Despite high volume, they generate less profit per unit. Optimization of their cost structure or pricing is recommended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697A1F-E8ED-6A22-BAF1-E39390FA6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657" y="1105809"/>
            <a:ext cx="3011156" cy="2817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712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9542-23E5-6401-A088-26C9A23BC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HIDDEN TRENDS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E25F0-ABCD-6569-B07E-2C9B83DDA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Combo Meal drives volume but is the least profitable product — needs pricing &amp; discount correction.</a:t>
            </a:r>
            <a:endParaRPr lang="en-US" dirty="0"/>
          </a:p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Lemonade &amp; Cold Coffee are goldmines — highest margins, underpriced, and undersold.</a:t>
            </a:r>
            <a:endParaRPr lang="en-US" dirty="0"/>
          </a:p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48.42K was lost to discounts — a 5% reduction in discounting on low-margin items recovers ~5K.</a:t>
            </a:r>
            <a:endParaRPr lang="en-US" dirty="0"/>
          </a:p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Bundling high-margin drinks with food items is the fastest path to improving average order value.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831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32BF8-71BC-D822-2AD6-CDCCB83C5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20F49-32D0-021B-E90B-6AA1753DB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313349"/>
            <a:ext cx="10353762" cy="4735026"/>
          </a:xfrm>
        </p:spPr>
        <p:txBody>
          <a:bodyPr>
            <a:normAutofit/>
          </a:bodyPr>
          <a:lstStyle/>
          <a:p>
            <a:pPr lvl="1"/>
            <a:r>
              <a:rPr lang="en-US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Bundles Fries + Drink Upsell -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Pair French Fries (51% margin) with Lemonade or Cold Coffee (54–58% margin). Offer combo at 8% discount. Both items have high margins, so bundled revenue is still profitable.</a:t>
            </a:r>
            <a:endParaRPr lang="en-US" dirty="0"/>
          </a:p>
          <a:p>
            <a:pPr lvl="1"/>
            <a:r>
              <a:rPr lang="en-US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Pizza Meal Deal -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Add Cold Coffee or Lemonade to Pizza orders at a 5% discount. Pizza is price-sensitive; the drink adds margin. Avg order value increases by ~₹40–60.</a:t>
            </a:r>
            <a:endParaRPr lang="en-US" dirty="0"/>
          </a:p>
          <a:p>
            <a:pPr lvl="1"/>
            <a:r>
              <a:rPr lang="en-US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Loyalty-Tier Promotions -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Offer tiered rewards: 10th order = free Lemonade (58% margin). Incentivizes repeat visits while giving away low-cost, high-margin items. Cost of reward is minimal.</a:t>
            </a:r>
            <a:endParaRPr lang="en-US" dirty="0"/>
          </a:p>
          <a:p>
            <a:pPr lvl="1"/>
            <a:r>
              <a:rPr lang="en-US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Happy Hour for High-Margin Drinks -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Run 3–6 PM promotions on Cold Coffee &amp; Lemonade at 10–12% discount. These items remain profitable even discounted; drives foot traffic during off-peak hours.</a:t>
            </a:r>
          </a:p>
          <a:p>
            <a:pPr lvl="1"/>
            <a:r>
              <a:rPr lang="en-US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Stop Discounting Combo Meal -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Combo Meal already has the lowest margin (38%) and the highest discount loss (11.7K). Cap all Combo Meal discounts at 5% max per policy alignment.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332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880AA-B572-2614-143A-E5F3380AE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Projected Impacts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B0966-2ED0-E570-E125-1086EB421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discount-eroded revenue</a:t>
            </a:r>
            <a:endParaRPr lang="en-US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IN" dirty="0">
                <a:effectLst/>
              </a:rPr>
              <a:t>Profit gain from pricing adjustment</a:t>
            </a:r>
          </a:p>
          <a:p>
            <a:pPr algn="ctr"/>
            <a:r>
              <a:rPr lang="en-IN" dirty="0">
                <a:effectLst/>
              </a:rPr>
              <a:t>Profitability improvement</a:t>
            </a:r>
          </a:p>
          <a:p>
            <a:pPr algn="ctr"/>
            <a:r>
              <a:rPr lang="en-IN" dirty="0"/>
              <a:t>Bundling &amp; promotions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4165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90817-287D-78EE-74D9-16125FE7B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471737"/>
            <a:ext cx="10353762" cy="1914525"/>
          </a:xfrm>
        </p:spPr>
        <p:txBody>
          <a:bodyPr>
            <a:normAutofit/>
          </a:bodyPr>
          <a:lstStyle/>
          <a:p>
            <a:r>
              <a:rPr lang="en-US" sz="6600" dirty="0"/>
              <a:t>Thank You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11787142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426</TotalTime>
  <Words>589</Words>
  <Application>Microsoft Office PowerPoint</Application>
  <PresentationFormat>Widescreen</PresentationFormat>
  <Paragraphs>45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Bookman Old Style</vt:lpstr>
      <vt:lpstr>Calibri</vt:lpstr>
      <vt:lpstr>Cambria</vt:lpstr>
      <vt:lpstr>Rockwell</vt:lpstr>
      <vt:lpstr>Wingdings 2</vt:lpstr>
      <vt:lpstr>Damask</vt:lpstr>
      <vt:lpstr>TastyBites  Buisness performance Analysis </vt:lpstr>
      <vt:lpstr>BUSINESS PROBLEM &amp; OBJECTIVES </vt:lpstr>
      <vt:lpstr>Buisness Objectives</vt:lpstr>
      <vt:lpstr>Dataset Given</vt:lpstr>
      <vt:lpstr>DATASET AFTER CALCULATED COLUMNS</vt:lpstr>
      <vt:lpstr>KPI OVERVIEW</vt:lpstr>
      <vt:lpstr>Revenue &amp; Profit Leaders by Product</vt:lpstr>
      <vt:lpstr>How Discounts Affect Profitability</vt:lpstr>
      <vt:lpstr>High Volume, Low Profit — The Profitability Trap</vt:lpstr>
      <vt:lpstr>KEY INSIGHTS &amp; HIDDEN TRENDS</vt:lpstr>
      <vt:lpstr>RECOMMENDATIONS </vt:lpstr>
      <vt:lpstr>Projected Impacts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Rishabh Bansal</dc:creator>
  <cp:lastModifiedBy>Rishabh Bansal</cp:lastModifiedBy>
  <cp:revision>1</cp:revision>
  <dcterms:created xsi:type="dcterms:W3CDTF">2026-06-12T20:29:09Z</dcterms:created>
  <dcterms:modified xsi:type="dcterms:W3CDTF">2026-06-13T03:40:23Z</dcterms:modified>
</cp:coreProperties>
</file>